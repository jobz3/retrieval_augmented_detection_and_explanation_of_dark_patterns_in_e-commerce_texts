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  <p:sldMasterId id="2147483662" r:id="rId2"/>
  </p:sldMasterIdLst>
  <p:notesMasterIdLst>
    <p:notesMasterId r:id="rId3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88" r:id="rId13"/>
    <p:sldId id="266" r:id="rId14"/>
    <p:sldId id="267" r:id="rId15"/>
    <p:sldId id="268" r:id="rId16"/>
    <p:sldId id="269" r:id="rId17"/>
    <p:sldId id="270" r:id="rId18"/>
    <p:sldId id="275" r:id="rId19"/>
    <p:sldId id="276" r:id="rId20"/>
    <p:sldId id="277" r:id="rId21"/>
    <p:sldId id="279" r:id="rId22"/>
    <p:sldId id="280" r:id="rId23"/>
    <p:sldId id="282" r:id="rId24"/>
    <p:sldId id="283" r:id="rId25"/>
    <p:sldId id="285" r:id="rId26"/>
    <p:sldId id="286" r:id="rId27"/>
    <p:sldId id="284" r:id="rId28"/>
    <p:sldId id="287" r:id="rId29"/>
  </p:sldIdLst>
  <p:sldSz cx="12192000" cy="6858000"/>
  <p:notesSz cx="6858000" cy="9144000"/>
  <p:embeddedFontLst>
    <p:embeddedFont>
      <p:font typeface="Consolas" panose="020B0609020204030204" pitchFamily="49" charset="0"/>
      <p:regular r:id="rId31"/>
      <p:bold r:id="rId32"/>
      <p:italic r:id="rId33"/>
      <p:boldItalic r:id="rId34"/>
    </p:embeddedFont>
    <p:embeddedFont>
      <p:font typeface="DM Sans" pitchFamily="2" charset="0"/>
      <p:regular r:id="rId35"/>
      <p:bold r:id="rId36"/>
      <p:italic r:id="rId37"/>
      <p:boldItalic r:id="rId38"/>
    </p:embeddedFont>
    <p:embeddedFont>
      <p:font typeface="Play" panose="020B0604020202020204" charset="0"/>
      <p:regular r:id="rId39"/>
      <p:bold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BA8B96-95E4-4586-9E05-6C35A317EB08}" v="111" dt="2026-05-11T13:23:17.831"/>
    <p1510:client id="{67812993-7B49-410A-38AE-1CFA16BBCC16}" v="159" dt="2026-05-11T09:28:37.633"/>
    <p1510:client id="{68A2DF58-6718-4224-8B36-F66F45948EAA}" v="1146" dt="2026-05-11T12:37:52.765"/>
    <p1510:client id="{6E9CEF11-FC70-B670-5EE2-B8E2E8CE7B57}" v="71" dt="2026-05-11T11:43:16.360"/>
    <p1510:client id="{FE96D434-5D81-FC96-450E-F8FCC1984357}" v="31" dt="2026-05-11T12:15:12.588"/>
  </p1510:revLst>
</p1510:revInfo>
</file>

<file path=ppt/tableStyles.xml><?xml version="1.0" encoding="utf-8"?>
<a:tblStyleLst xmlns:a="http://schemas.openxmlformats.org/drawingml/2006/main" def="{B35D3D7B-829A-4DB3-89FD-CE8D1B8913DF}">
  <a:tblStyle styleId="{B35D3D7B-829A-4DB3-89FD-CE8D1B8913D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tcBdr/>
        <a:fill>
          <a:solidFill>
            <a:srgbClr val="CAD1D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1D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9.fntdata"/><Relationship Id="rId21" Type="http://schemas.openxmlformats.org/officeDocument/2006/relationships/slide" Target="slides/slide19.xml"/><Relationship Id="rId34" Type="http://schemas.openxmlformats.org/officeDocument/2006/relationships/font" Target="fonts/font4.fntdata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6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.fntdata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microsoft.com/office/2015/10/relationships/revisionInfo" Target="revisionInfo.xml"/><Relationship Id="rId20" Type="http://schemas.openxmlformats.org/officeDocument/2006/relationships/slide" Target="slides/slide18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bin Roy" userId="16bde385bbeffe0c" providerId="Windows Live" clId="Web-{6E9CEF11-FC70-B670-5EE2-B8E2E8CE7B57}"/>
    <pc:docChg chg="modSld">
      <pc:chgData name="Jobin Roy" userId="16bde385bbeffe0c" providerId="Windows Live" clId="Web-{6E9CEF11-FC70-B670-5EE2-B8E2E8CE7B57}" dt="2026-05-11T11:43:16.360" v="49" actId="20577"/>
      <pc:docMkLst>
        <pc:docMk/>
      </pc:docMkLst>
      <pc:sldChg chg="modSp">
        <pc:chgData name="Jobin Roy" userId="16bde385bbeffe0c" providerId="Windows Live" clId="Web-{6E9CEF11-FC70-B670-5EE2-B8E2E8CE7B57}" dt="2026-05-11T10:40:59.449" v="12" actId="20577"/>
        <pc:sldMkLst>
          <pc:docMk/>
          <pc:sldMk cId="0" sldId="256"/>
        </pc:sldMkLst>
        <pc:spChg chg="mod">
          <ac:chgData name="Jobin Roy" userId="16bde385bbeffe0c" providerId="Windows Live" clId="Web-{6E9CEF11-FC70-B670-5EE2-B8E2E8CE7B57}" dt="2026-05-11T10:40:59.449" v="12" actId="20577"/>
          <ac:spMkLst>
            <pc:docMk/>
            <pc:sldMk cId="0" sldId="256"/>
            <ac:spMk id="3" creationId="{EA31B621-B640-5627-8269-CA314C848C26}"/>
          </ac:spMkLst>
        </pc:spChg>
      </pc:sldChg>
      <pc:sldChg chg="modSp">
        <pc:chgData name="Jobin Roy" userId="16bde385bbeffe0c" providerId="Windows Live" clId="Web-{6E9CEF11-FC70-B670-5EE2-B8E2E8CE7B57}" dt="2026-05-11T10:42:18.129" v="18" actId="20577"/>
        <pc:sldMkLst>
          <pc:docMk/>
          <pc:sldMk cId="0" sldId="263"/>
        </pc:sldMkLst>
        <pc:spChg chg="mod">
          <ac:chgData name="Jobin Roy" userId="16bde385bbeffe0c" providerId="Windows Live" clId="Web-{6E9CEF11-FC70-B670-5EE2-B8E2E8CE7B57}" dt="2026-05-11T10:42:18.129" v="18" actId="20577"/>
          <ac:spMkLst>
            <pc:docMk/>
            <pc:sldMk cId="0" sldId="263"/>
            <ac:spMk id="269" creationId="{00000000-0000-0000-0000-000000000000}"/>
          </ac:spMkLst>
        </pc:spChg>
      </pc:sldChg>
      <pc:sldChg chg="modSp">
        <pc:chgData name="Jobin Roy" userId="16bde385bbeffe0c" providerId="Windows Live" clId="Web-{6E9CEF11-FC70-B670-5EE2-B8E2E8CE7B57}" dt="2026-05-11T11:36:18.825" v="32" actId="20577"/>
        <pc:sldMkLst>
          <pc:docMk/>
          <pc:sldMk cId="0" sldId="264"/>
        </pc:sldMkLst>
        <pc:spChg chg="mod">
          <ac:chgData name="Jobin Roy" userId="16bde385bbeffe0c" providerId="Windows Live" clId="Web-{6E9CEF11-FC70-B670-5EE2-B8E2E8CE7B57}" dt="2026-05-11T11:36:18.825" v="32" actId="20577"/>
          <ac:spMkLst>
            <pc:docMk/>
            <pc:sldMk cId="0" sldId="264"/>
            <ac:spMk id="287" creationId="{00000000-0000-0000-0000-000000000000}"/>
          </ac:spMkLst>
        </pc:spChg>
      </pc:sldChg>
      <pc:sldChg chg="modSp">
        <pc:chgData name="Jobin Roy" userId="16bde385bbeffe0c" providerId="Windows Live" clId="Web-{6E9CEF11-FC70-B670-5EE2-B8E2E8CE7B57}" dt="2026-05-11T11:35:53.682" v="30" actId="20577"/>
        <pc:sldMkLst>
          <pc:docMk/>
          <pc:sldMk cId="0" sldId="265"/>
        </pc:sldMkLst>
        <pc:spChg chg="mod">
          <ac:chgData name="Jobin Roy" userId="16bde385bbeffe0c" providerId="Windows Live" clId="Web-{6E9CEF11-FC70-B670-5EE2-B8E2E8CE7B57}" dt="2026-05-11T10:38:28.534" v="5" actId="20577"/>
          <ac:spMkLst>
            <pc:docMk/>
            <pc:sldMk cId="0" sldId="265"/>
            <ac:spMk id="341" creationId="{00000000-0000-0000-0000-000000000000}"/>
          </ac:spMkLst>
        </pc:spChg>
        <pc:spChg chg="mod">
          <ac:chgData name="Jobin Roy" userId="16bde385bbeffe0c" providerId="Windows Live" clId="Web-{6E9CEF11-FC70-B670-5EE2-B8E2E8CE7B57}" dt="2026-05-11T11:35:49.572" v="29" actId="20577"/>
          <ac:spMkLst>
            <pc:docMk/>
            <pc:sldMk cId="0" sldId="265"/>
            <ac:spMk id="363" creationId="{00000000-0000-0000-0000-000000000000}"/>
          </ac:spMkLst>
        </pc:spChg>
        <pc:spChg chg="mod">
          <ac:chgData name="Jobin Roy" userId="16bde385bbeffe0c" providerId="Windows Live" clId="Web-{6E9CEF11-FC70-B670-5EE2-B8E2E8CE7B57}" dt="2026-05-11T11:35:53.682" v="30" actId="20577"/>
          <ac:spMkLst>
            <pc:docMk/>
            <pc:sldMk cId="0" sldId="265"/>
            <ac:spMk id="366" creationId="{00000000-0000-0000-0000-000000000000}"/>
          </ac:spMkLst>
        </pc:spChg>
      </pc:sldChg>
      <pc:sldChg chg="modSp">
        <pc:chgData name="Jobin Roy" userId="16bde385bbeffe0c" providerId="Windows Live" clId="Web-{6E9CEF11-FC70-B670-5EE2-B8E2E8CE7B57}" dt="2026-05-11T11:39:41.961" v="34" actId="20577"/>
        <pc:sldMkLst>
          <pc:docMk/>
          <pc:sldMk cId="0" sldId="267"/>
        </pc:sldMkLst>
        <pc:spChg chg="mod">
          <ac:chgData name="Jobin Roy" userId="16bde385bbeffe0c" providerId="Windows Live" clId="Web-{6E9CEF11-FC70-B670-5EE2-B8E2E8CE7B57}" dt="2026-05-11T11:39:41.961" v="34" actId="20577"/>
          <ac:spMkLst>
            <pc:docMk/>
            <pc:sldMk cId="0" sldId="267"/>
            <ac:spMk id="449" creationId="{00000000-0000-0000-0000-000000000000}"/>
          </ac:spMkLst>
        </pc:spChg>
        <pc:spChg chg="mod">
          <ac:chgData name="Jobin Roy" userId="16bde385bbeffe0c" providerId="Windows Live" clId="Web-{6E9CEF11-FC70-B670-5EE2-B8E2E8CE7B57}" dt="2026-05-11T11:35:21.164" v="28" actId="20577"/>
          <ac:spMkLst>
            <pc:docMk/>
            <pc:sldMk cId="0" sldId="267"/>
            <ac:spMk id="466" creationId="{00000000-0000-0000-0000-000000000000}"/>
          </ac:spMkLst>
        </pc:spChg>
      </pc:sldChg>
      <pc:sldChg chg="modSp">
        <pc:chgData name="Jobin Roy" userId="16bde385bbeffe0c" providerId="Windows Live" clId="Web-{6E9CEF11-FC70-B670-5EE2-B8E2E8CE7B57}" dt="2026-05-11T11:43:16.360" v="49" actId="20577"/>
        <pc:sldMkLst>
          <pc:docMk/>
          <pc:sldMk cId="0" sldId="268"/>
        </pc:sldMkLst>
        <pc:spChg chg="mod">
          <ac:chgData name="Jobin Roy" userId="16bde385bbeffe0c" providerId="Windows Live" clId="Web-{6E9CEF11-FC70-B670-5EE2-B8E2E8CE7B57}" dt="2026-05-11T11:43:16.360" v="49" actId="20577"/>
          <ac:spMkLst>
            <pc:docMk/>
            <pc:sldMk cId="0" sldId="268"/>
            <ac:spMk id="483" creationId="{00000000-0000-0000-0000-000000000000}"/>
          </ac:spMkLst>
        </pc:spChg>
        <pc:spChg chg="mod">
          <ac:chgData name="Jobin Roy" userId="16bde385bbeffe0c" providerId="Windows Live" clId="Web-{6E9CEF11-FC70-B670-5EE2-B8E2E8CE7B57}" dt="2026-05-11T11:42:41.109" v="42" actId="20577"/>
          <ac:spMkLst>
            <pc:docMk/>
            <pc:sldMk cId="0" sldId="268"/>
            <ac:spMk id="490" creationId="{00000000-0000-0000-0000-000000000000}"/>
          </ac:spMkLst>
        </pc:spChg>
        <pc:spChg chg="mod">
          <ac:chgData name="Jobin Roy" userId="16bde385bbeffe0c" providerId="Windows Live" clId="Web-{6E9CEF11-FC70-B670-5EE2-B8E2E8CE7B57}" dt="2026-05-11T11:43:07.969" v="48" actId="20577"/>
          <ac:spMkLst>
            <pc:docMk/>
            <pc:sldMk cId="0" sldId="268"/>
            <ac:spMk id="497" creationId="{00000000-0000-0000-0000-000000000000}"/>
          </ac:spMkLst>
        </pc:spChg>
        <pc:spChg chg="mod">
          <ac:chgData name="Jobin Roy" userId="16bde385bbeffe0c" providerId="Windows Live" clId="Web-{6E9CEF11-FC70-B670-5EE2-B8E2E8CE7B57}" dt="2026-05-11T11:42:48.187" v="43" actId="20577"/>
          <ac:spMkLst>
            <pc:docMk/>
            <pc:sldMk cId="0" sldId="268"/>
            <ac:spMk id="501" creationId="{00000000-0000-0000-0000-000000000000}"/>
          </ac:spMkLst>
        </pc:spChg>
      </pc:sldChg>
      <pc:sldChg chg="modSp">
        <pc:chgData name="Jobin Roy" userId="16bde385bbeffe0c" providerId="Windows Live" clId="Web-{6E9CEF11-FC70-B670-5EE2-B8E2E8CE7B57}" dt="2026-05-11T10:39:20.412" v="11" actId="20577"/>
        <pc:sldMkLst>
          <pc:docMk/>
          <pc:sldMk cId="0" sldId="270"/>
        </pc:sldMkLst>
        <pc:spChg chg="mod">
          <ac:chgData name="Jobin Roy" userId="16bde385bbeffe0c" providerId="Windows Live" clId="Web-{6E9CEF11-FC70-B670-5EE2-B8E2E8CE7B57}" dt="2026-05-11T10:39:20.412" v="11" actId="20577"/>
          <ac:spMkLst>
            <pc:docMk/>
            <pc:sldMk cId="0" sldId="270"/>
            <ac:spMk id="572" creationId="{00000000-0000-0000-0000-000000000000}"/>
          </ac:spMkLst>
        </pc:spChg>
      </pc:sldChg>
    </pc:docChg>
  </pc:docChgLst>
  <pc:docChgLst>
    <pc:chgData name="Jobin Roy" userId="16bde385bbeffe0c" providerId="Windows Live" clId="Web-{67812993-7B49-410A-38AE-1CFA16BBCC16}"/>
    <pc:docChg chg="modSld sldOrd">
      <pc:chgData name="Jobin Roy" userId="16bde385bbeffe0c" providerId="Windows Live" clId="Web-{67812993-7B49-410A-38AE-1CFA16BBCC16}" dt="2026-05-11T09:28:37.633" v="145"/>
      <pc:docMkLst>
        <pc:docMk/>
      </pc:docMkLst>
      <pc:sldChg chg="addSp delSp modSp">
        <pc:chgData name="Jobin Roy" userId="16bde385bbeffe0c" providerId="Windows Live" clId="Web-{67812993-7B49-410A-38AE-1CFA16BBCC16}" dt="2026-05-11T08:59:52.634" v="15" actId="1076"/>
        <pc:sldMkLst>
          <pc:docMk/>
          <pc:sldMk cId="0" sldId="256"/>
        </pc:sldMkLst>
        <pc:spChg chg="add del">
          <ac:chgData name="Jobin Roy" userId="16bde385bbeffe0c" providerId="Windows Live" clId="Web-{67812993-7B49-410A-38AE-1CFA16BBCC16}" dt="2026-05-11T08:59:30.618" v="5"/>
          <ac:spMkLst>
            <pc:docMk/>
            <pc:sldMk cId="0" sldId="256"/>
            <ac:spMk id="4" creationId="{98199E0A-6248-CD8D-3B03-04A03C1DDEB8}"/>
          </ac:spMkLst>
        </pc:spChg>
        <pc:spChg chg="add mod">
          <ac:chgData name="Jobin Roy" userId="16bde385bbeffe0c" providerId="Windows Live" clId="Web-{67812993-7B49-410A-38AE-1CFA16BBCC16}" dt="2026-05-11T08:59:52.634" v="15" actId="1076"/>
          <ac:spMkLst>
            <pc:docMk/>
            <pc:sldMk cId="0" sldId="256"/>
            <ac:spMk id="5" creationId="{D3D3CECA-0F99-C262-90AD-4F075D3886EE}"/>
          </ac:spMkLst>
        </pc:spChg>
        <pc:spChg chg="mod">
          <ac:chgData name="Jobin Roy" userId="16bde385bbeffe0c" providerId="Windows Live" clId="Web-{67812993-7B49-410A-38AE-1CFA16BBCC16}" dt="2026-05-11T08:18:19.177" v="2" actId="20577"/>
          <ac:spMkLst>
            <pc:docMk/>
            <pc:sldMk cId="0" sldId="256"/>
            <ac:spMk id="99" creationId="{00000000-0000-0000-0000-000000000000}"/>
          </ac:spMkLst>
        </pc:spChg>
      </pc:sldChg>
      <pc:sldChg chg="addSp">
        <pc:chgData name="Jobin Roy" userId="16bde385bbeffe0c" providerId="Windows Live" clId="Web-{67812993-7B49-410A-38AE-1CFA16BBCC16}" dt="2026-05-11T08:59:55.978" v="16"/>
        <pc:sldMkLst>
          <pc:docMk/>
          <pc:sldMk cId="0" sldId="257"/>
        </pc:sldMkLst>
        <pc:spChg chg="add">
          <ac:chgData name="Jobin Roy" userId="16bde385bbeffe0c" providerId="Windows Live" clId="Web-{67812993-7B49-410A-38AE-1CFA16BBCC16}" dt="2026-05-11T08:59:55.978" v="16"/>
          <ac:spMkLst>
            <pc:docMk/>
            <pc:sldMk cId="0" sldId="257"/>
            <ac:spMk id="4" creationId="{D0CD52CC-12AD-4C38-F4A6-A5267079AD17}"/>
          </ac:spMkLst>
        </pc:spChg>
      </pc:sldChg>
      <pc:sldChg chg="addSp">
        <pc:chgData name="Jobin Roy" userId="16bde385bbeffe0c" providerId="Windows Live" clId="Web-{67812993-7B49-410A-38AE-1CFA16BBCC16}" dt="2026-05-11T08:59:58.494" v="17"/>
        <pc:sldMkLst>
          <pc:docMk/>
          <pc:sldMk cId="0" sldId="258"/>
        </pc:sldMkLst>
        <pc:spChg chg="add">
          <ac:chgData name="Jobin Roy" userId="16bde385bbeffe0c" providerId="Windows Live" clId="Web-{67812993-7B49-410A-38AE-1CFA16BBCC16}" dt="2026-05-11T08:59:58.494" v="17"/>
          <ac:spMkLst>
            <pc:docMk/>
            <pc:sldMk cId="0" sldId="258"/>
            <ac:spMk id="4" creationId="{42093B89-AB3E-3F28-A5EA-2E3D67B2CBA8}"/>
          </ac:spMkLst>
        </pc:spChg>
      </pc:sldChg>
      <pc:sldChg chg="addSp">
        <pc:chgData name="Jobin Roy" userId="16bde385bbeffe0c" providerId="Windows Live" clId="Web-{67812993-7B49-410A-38AE-1CFA16BBCC16}" dt="2026-05-11T09:00:03.713" v="18"/>
        <pc:sldMkLst>
          <pc:docMk/>
          <pc:sldMk cId="0" sldId="259"/>
        </pc:sldMkLst>
        <pc:spChg chg="add">
          <ac:chgData name="Jobin Roy" userId="16bde385bbeffe0c" providerId="Windows Live" clId="Web-{67812993-7B49-410A-38AE-1CFA16BBCC16}" dt="2026-05-11T09:00:03.713" v="18"/>
          <ac:spMkLst>
            <pc:docMk/>
            <pc:sldMk cId="0" sldId="259"/>
            <ac:spMk id="4" creationId="{0262AB3E-B367-5D98-208C-15C9849F9A3F}"/>
          </ac:spMkLst>
        </pc:spChg>
      </pc:sldChg>
      <pc:sldChg chg="addSp">
        <pc:chgData name="Jobin Roy" userId="16bde385bbeffe0c" providerId="Windows Live" clId="Web-{67812993-7B49-410A-38AE-1CFA16BBCC16}" dt="2026-05-11T09:00:08.619" v="19"/>
        <pc:sldMkLst>
          <pc:docMk/>
          <pc:sldMk cId="0" sldId="260"/>
        </pc:sldMkLst>
        <pc:spChg chg="add">
          <ac:chgData name="Jobin Roy" userId="16bde385bbeffe0c" providerId="Windows Live" clId="Web-{67812993-7B49-410A-38AE-1CFA16BBCC16}" dt="2026-05-11T09:00:08.619" v="19"/>
          <ac:spMkLst>
            <pc:docMk/>
            <pc:sldMk cId="0" sldId="260"/>
            <ac:spMk id="4" creationId="{E65A4D8E-734C-4316-C83D-925B4018F649}"/>
          </ac:spMkLst>
        </pc:spChg>
      </pc:sldChg>
      <pc:sldChg chg="addSp">
        <pc:chgData name="Jobin Roy" userId="16bde385bbeffe0c" providerId="Windows Live" clId="Web-{67812993-7B49-410A-38AE-1CFA16BBCC16}" dt="2026-05-11T09:00:11.698" v="20"/>
        <pc:sldMkLst>
          <pc:docMk/>
          <pc:sldMk cId="0" sldId="261"/>
        </pc:sldMkLst>
        <pc:spChg chg="add">
          <ac:chgData name="Jobin Roy" userId="16bde385bbeffe0c" providerId="Windows Live" clId="Web-{67812993-7B49-410A-38AE-1CFA16BBCC16}" dt="2026-05-11T09:00:11.698" v="20"/>
          <ac:spMkLst>
            <pc:docMk/>
            <pc:sldMk cId="0" sldId="261"/>
            <ac:spMk id="4" creationId="{2238BC1F-B840-4322-F886-203711033E54}"/>
          </ac:spMkLst>
        </pc:spChg>
      </pc:sldChg>
      <pc:sldChg chg="addSp">
        <pc:chgData name="Jobin Roy" userId="16bde385bbeffe0c" providerId="Windows Live" clId="Web-{67812993-7B49-410A-38AE-1CFA16BBCC16}" dt="2026-05-11T09:00:14.042" v="21"/>
        <pc:sldMkLst>
          <pc:docMk/>
          <pc:sldMk cId="0" sldId="262"/>
        </pc:sldMkLst>
        <pc:spChg chg="add">
          <ac:chgData name="Jobin Roy" userId="16bde385bbeffe0c" providerId="Windows Live" clId="Web-{67812993-7B49-410A-38AE-1CFA16BBCC16}" dt="2026-05-11T09:00:14.042" v="21"/>
          <ac:spMkLst>
            <pc:docMk/>
            <pc:sldMk cId="0" sldId="262"/>
            <ac:spMk id="4" creationId="{B6692010-DAE0-AC9B-71A7-C25347499E41}"/>
          </ac:spMkLst>
        </pc:spChg>
      </pc:sldChg>
      <pc:sldChg chg="addSp">
        <pc:chgData name="Jobin Roy" userId="16bde385bbeffe0c" providerId="Windows Live" clId="Web-{67812993-7B49-410A-38AE-1CFA16BBCC16}" dt="2026-05-11T09:00:16.979" v="22"/>
        <pc:sldMkLst>
          <pc:docMk/>
          <pc:sldMk cId="0" sldId="263"/>
        </pc:sldMkLst>
        <pc:spChg chg="add">
          <ac:chgData name="Jobin Roy" userId="16bde385bbeffe0c" providerId="Windows Live" clId="Web-{67812993-7B49-410A-38AE-1CFA16BBCC16}" dt="2026-05-11T09:00:16.979" v="22"/>
          <ac:spMkLst>
            <pc:docMk/>
            <pc:sldMk cId="0" sldId="263"/>
            <ac:spMk id="4" creationId="{855B67EB-25D1-C702-65B7-1ED5BB8258A1}"/>
          </ac:spMkLst>
        </pc:spChg>
      </pc:sldChg>
      <pc:sldChg chg="addSp">
        <pc:chgData name="Jobin Roy" userId="16bde385bbeffe0c" providerId="Windows Live" clId="Web-{67812993-7B49-410A-38AE-1CFA16BBCC16}" dt="2026-05-11T09:00:19.479" v="23"/>
        <pc:sldMkLst>
          <pc:docMk/>
          <pc:sldMk cId="0" sldId="264"/>
        </pc:sldMkLst>
        <pc:spChg chg="add">
          <ac:chgData name="Jobin Roy" userId="16bde385bbeffe0c" providerId="Windows Live" clId="Web-{67812993-7B49-410A-38AE-1CFA16BBCC16}" dt="2026-05-11T09:00:19.479" v="23"/>
          <ac:spMkLst>
            <pc:docMk/>
            <pc:sldMk cId="0" sldId="264"/>
            <ac:spMk id="4" creationId="{BF221518-A3EE-A5A9-AE09-5A5A2AC966C5}"/>
          </ac:spMkLst>
        </pc:spChg>
      </pc:sldChg>
      <pc:sldChg chg="addSp modSp ord">
        <pc:chgData name="Jobin Roy" userId="16bde385bbeffe0c" providerId="Windows Live" clId="Web-{67812993-7B49-410A-38AE-1CFA16BBCC16}" dt="2026-05-11T09:00:23.808" v="25" actId="1076"/>
        <pc:sldMkLst>
          <pc:docMk/>
          <pc:sldMk cId="0" sldId="265"/>
        </pc:sldMkLst>
        <pc:spChg chg="add mod">
          <ac:chgData name="Jobin Roy" userId="16bde385bbeffe0c" providerId="Windows Live" clId="Web-{67812993-7B49-410A-38AE-1CFA16BBCC16}" dt="2026-05-11T09:00:23.808" v="25" actId="1076"/>
          <ac:spMkLst>
            <pc:docMk/>
            <pc:sldMk cId="0" sldId="265"/>
            <ac:spMk id="4" creationId="{28B4F529-A236-CD17-716A-B7EA075163AF}"/>
          </ac:spMkLst>
        </pc:spChg>
      </pc:sldChg>
      <pc:sldChg chg="addSp">
        <pc:chgData name="Jobin Roy" userId="16bde385bbeffe0c" providerId="Windows Live" clId="Web-{67812993-7B49-410A-38AE-1CFA16BBCC16}" dt="2026-05-11T09:00:28.839" v="28"/>
        <pc:sldMkLst>
          <pc:docMk/>
          <pc:sldMk cId="0" sldId="266"/>
        </pc:sldMkLst>
        <pc:spChg chg="add">
          <ac:chgData name="Jobin Roy" userId="16bde385bbeffe0c" providerId="Windows Live" clId="Web-{67812993-7B49-410A-38AE-1CFA16BBCC16}" dt="2026-05-11T09:00:28.839" v="28"/>
          <ac:spMkLst>
            <pc:docMk/>
            <pc:sldMk cId="0" sldId="266"/>
            <ac:spMk id="3" creationId="{81A7C307-75FA-9CEF-1D0C-6F0B30E01980}"/>
          </ac:spMkLst>
        </pc:spChg>
      </pc:sldChg>
      <pc:sldChg chg="addSp">
        <pc:chgData name="Jobin Roy" userId="16bde385bbeffe0c" providerId="Windows Live" clId="Web-{67812993-7B49-410A-38AE-1CFA16BBCC16}" dt="2026-05-11T09:00:29.636" v="29"/>
        <pc:sldMkLst>
          <pc:docMk/>
          <pc:sldMk cId="0" sldId="267"/>
        </pc:sldMkLst>
        <pc:spChg chg="add">
          <ac:chgData name="Jobin Roy" userId="16bde385bbeffe0c" providerId="Windows Live" clId="Web-{67812993-7B49-410A-38AE-1CFA16BBCC16}" dt="2026-05-11T09:00:29.636" v="29"/>
          <ac:spMkLst>
            <pc:docMk/>
            <pc:sldMk cId="0" sldId="267"/>
            <ac:spMk id="4" creationId="{F9E92E72-D199-DE7D-E730-A4DC1323CB2D}"/>
          </ac:spMkLst>
        </pc:spChg>
      </pc:sldChg>
      <pc:sldChg chg="addSp">
        <pc:chgData name="Jobin Roy" userId="16bde385bbeffe0c" providerId="Windows Live" clId="Web-{67812993-7B49-410A-38AE-1CFA16BBCC16}" dt="2026-05-11T09:00:30.402" v="30"/>
        <pc:sldMkLst>
          <pc:docMk/>
          <pc:sldMk cId="0" sldId="268"/>
        </pc:sldMkLst>
        <pc:spChg chg="add">
          <ac:chgData name="Jobin Roy" userId="16bde385bbeffe0c" providerId="Windows Live" clId="Web-{67812993-7B49-410A-38AE-1CFA16BBCC16}" dt="2026-05-11T09:00:30.402" v="30"/>
          <ac:spMkLst>
            <pc:docMk/>
            <pc:sldMk cId="0" sldId="268"/>
            <ac:spMk id="4" creationId="{BF75F1CF-638F-DB3D-F0A9-8B997EC80953}"/>
          </ac:spMkLst>
        </pc:spChg>
      </pc:sldChg>
      <pc:sldChg chg="addSp">
        <pc:chgData name="Jobin Roy" userId="16bde385bbeffe0c" providerId="Windows Live" clId="Web-{67812993-7B49-410A-38AE-1CFA16BBCC16}" dt="2026-05-11T09:00:31.511" v="31"/>
        <pc:sldMkLst>
          <pc:docMk/>
          <pc:sldMk cId="0" sldId="269"/>
        </pc:sldMkLst>
        <pc:spChg chg="add">
          <ac:chgData name="Jobin Roy" userId="16bde385bbeffe0c" providerId="Windows Live" clId="Web-{67812993-7B49-410A-38AE-1CFA16BBCC16}" dt="2026-05-11T09:00:31.511" v="31"/>
          <ac:spMkLst>
            <pc:docMk/>
            <pc:sldMk cId="0" sldId="269"/>
            <ac:spMk id="8" creationId="{C08C40AF-CA30-5A02-4BEB-66C9155C8DEA}"/>
          </ac:spMkLst>
        </pc:spChg>
      </pc:sldChg>
      <pc:sldChg chg="addSp modSp">
        <pc:chgData name="Jobin Roy" userId="16bde385bbeffe0c" providerId="Windows Live" clId="Web-{67812993-7B49-410A-38AE-1CFA16BBCC16}" dt="2026-05-11T09:28:37.633" v="145"/>
        <pc:sldMkLst>
          <pc:docMk/>
          <pc:sldMk cId="0" sldId="270"/>
        </pc:sldMkLst>
        <pc:spChg chg="add">
          <ac:chgData name="Jobin Roy" userId="16bde385bbeffe0c" providerId="Windows Live" clId="Web-{67812993-7B49-410A-38AE-1CFA16BBCC16}" dt="2026-05-11T09:00:33.121" v="32"/>
          <ac:spMkLst>
            <pc:docMk/>
            <pc:sldMk cId="0" sldId="270"/>
            <ac:spMk id="8" creationId="{F082832B-8644-F9DD-BC41-1F2DEFD7DF82}"/>
          </ac:spMkLst>
        </pc:spChg>
        <pc:spChg chg="mod">
          <ac:chgData name="Jobin Roy" userId="16bde385bbeffe0c" providerId="Windows Live" clId="Web-{67812993-7B49-410A-38AE-1CFA16BBCC16}" dt="2026-05-11T09:28:13.070" v="97" actId="20577"/>
          <ac:spMkLst>
            <pc:docMk/>
            <pc:sldMk cId="0" sldId="270"/>
            <ac:spMk id="578" creationId="{00000000-0000-0000-0000-000000000000}"/>
          </ac:spMkLst>
        </pc:spChg>
        <pc:spChg chg="mod">
          <ac:chgData name="Jobin Roy" userId="16bde385bbeffe0c" providerId="Windows Live" clId="Web-{67812993-7B49-410A-38AE-1CFA16BBCC16}" dt="2026-05-11T09:27:58.164" v="89" actId="20577"/>
          <ac:spMkLst>
            <pc:docMk/>
            <pc:sldMk cId="0" sldId="270"/>
            <ac:spMk id="583" creationId="{00000000-0000-0000-0000-000000000000}"/>
          </ac:spMkLst>
        </pc:spChg>
        <pc:spChg chg="mod">
          <ac:chgData name="Jobin Roy" userId="16bde385bbeffe0c" providerId="Windows Live" clId="Web-{67812993-7B49-410A-38AE-1CFA16BBCC16}" dt="2026-05-11T09:28:37.320" v="130"/>
          <ac:spMkLst>
            <pc:docMk/>
            <pc:sldMk cId="0" sldId="270"/>
            <ac:spMk id="587" creationId="{00000000-0000-0000-0000-000000000000}"/>
          </ac:spMkLst>
        </pc:spChg>
        <pc:spChg chg="mod">
          <ac:chgData name="Jobin Roy" userId="16bde385bbeffe0c" providerId="Windows Live" clId="Web-{67812993-7B49-410A-38AE-1CFA16BBCC16}" dt="2026-05-11T09:28:37.320" v="131"/>
          <ac:spMkLst>
            <pc:docMk/>
            <pc:sldMk cId="0" sldId="270"/>
            <ac:spMk id="588" creationId="{00000000-0000-0000-0000-000000000000}"/>
          </ac:spMkLst>
        </pc:spChg>
        <pc:spChg chg="mod">
          <ac:chgData name="Jobin Roy" userId="16bde385bbeffe0c" providerId="Windows Live" clId="Web-{67812993-7B49-410A-38AE-1CFA16BBCC16}" dt="2026-05-11T09:28:37.320" v="132"/>
          <ac:spMkLst>
            <pc:docMk/>
            <pc:sldMk cId="0" sldId="270"/>
            <ac:spMk id="589" creationId="{00000000-0000-0000-0000-000000000000}"/>
          </ac:spMkLst>
        </pc:spChg>
        <pc:spChg chg="mod">
          <ac:chgData name="Jobin Roy" userId="16bde385bbeffe0c" providerId="Windows Live" clId="Web-{67812993-7B49-410A-38AE-1CFA16BBCC16}" dt="2026-05-11T09:28:37.320" v="133"/>
          <ac:spMkLst>
            <pc:docMk/>
            <pc:sldMk cId="0" sldId="270"/>
            <ac:spMk id="590" creationId="{00000000-0000-0000-0000-000000000000}"/>
          </ac:spMkLst>
        </pc:spChg>
        <pc:spChg chg="mod">
          <ac:chgData name="Jobin Roy" userId="16bde385bbeffe0c" providerId="Windows Live" clId="Web-{67812993-7B49-410A-38AE-1CFA16BBCC16}" dt="2026-05-11T09:28:37.320" v="134"/>
          <ac:spMkLst>
            <pc:docMk/>
            <pc:sldMk cId="0" sldId="270"/>
            <ac:spMk id="591" creationId="{00000000-0000-0000-0000-000000000000}"/>
          </ac:spMkLst>
        </pc:spChg>
        <pc:spChg chg="mod">
          <ac:chgData name="Jobin Roy" userId="16bde385bbeffe0c" providerId="Windows Live" clId="Web-{67812993-7B49-410A-38AE-1CFA16BBCC16}" dt="2026-05-11T09:28:37.320" v="135"/>
          <ac:spMkLst>
            <pc:docMk/>
            <pc:sldMk cId="0" sldId="270"/>
            <ac:spMk id="592" creationId="{00000000-0000-0000-0000-000000000000}"/>
          </ac:spMkLst>
        </pc:spChg>
        <pc:spChg chg="mod">
          <ac:chgData name="Jobin Roy" userId="16bde385bbeffe0c" providerId="Windows Live" clId="Web-{67812993-7B49-410A-38AE-1CFA16BBCC16}" dt="2026-05-11T09:28:37.320" v="136"/>
          <ac:spMkLst>
            <pc:docMk/>
            <pc:sldMk cId="0" sldId="270"/>
            <ac:spMk id="593" creationId="{00000000-0000-0000-0000-000000000000}"/>
          </ac:spMkLst>
        </pc:spChg>
        <pc:spChg chg="mod">
          <ac:chgData name="Jobin Roy" userId="16bde385bbeffe0c" providerId="Windows Live" clId="Web-{67812993-7B49-410A-38AE-1CFA16BBCC16}" dt="2026-05-11T09:28:37.336" v="137"/>
          <ac:spMkLst>
            <pc:docMk/>
            <pc:sldMk cId="0" sldId="270"/>
            <ac:spMk id="594" creationId="{00000000-0000-0000-0000-000000000000}"/>
          </ac:spMkLst>
        </pc:spChg>
        <pc:spChg chg="mod">
          <ac:chgData name="Jobin Roy" userId="16bde385bbeffe0c" providerId="Windows Live" clId="Web-{67812993-7B49-410A-38AE-1CFA16BBCC16}" dt="2026-05-11T09:28:37.336" v="138"/>
          <ac:spMkLst>
            <pc:docMk/>
            <pc:sldMk cId="0" sldId="270"/>
            <ac:spMk id="595" creationId="{00000000-0000-0000-0000-000000000000}"/>
          </ac:spMkLst>
        </pc:spChg>
        <pc:spChg chg="mod">
          <ac:chgData name="Jobin Roy" userId="16bde385bbeffe0c" providerId="Windows Live" clId="Web-{67812993-7B49-410A-38AE-1CFA16BBCC16}" dt="2026-05-11T09:28:37.336" v="139"/>
          <ac:spMkLst>
            <pc:docMk/>
            <pc:sldMk cId="0" sldId="270"/>
            <ac:spMk id="596" creationId="{00000000-0000-0000-0000-000000000000}"/>
          </ac:spMkLst>
        </pc:spChg>
        <pc:spChg chg="mod">
          <ac:chgData name="Jobin Roy" userId="16bde385bbeffe0c" providerId="Windows Live" clId="Web-{67812993-7B49-410A-38AE-1CFA16BBCC16}" dt="2026-05-11T09:28:37.336" v="140"/>
          <ac:spMkLst>
            <pc:docMk/>
            <pc:sldMk cId="0" sldId="270"/>
            <ac:spMk id="597" creationId="{00000000-0000-0000-0000-000000000000}"/>
          </ac:spMkLst>
        </pc:spChg>
        <pc:spChg chg="mod">
          <ac:chgData name="Jobin Roy" userId="16bde385bbeffe0c" providerId="Windows Live" clId="Web-{67812993-7B49-410A-38AE-1CFA16BBCC16}" dt="2026-05-11T09:28:37.336" v="141"/>
          <ac:spMkLst>
            <pc:docMk/>
            <pc:sldMk cId="0" sldId="270"/>
            <ac:spMk id="598" creationId="{00000000-0000-0000-0000-000000000000}"/>
          </ac:spMkLst>
        </pc:spChg>
        <pc:spChg chg="mod">
          <ac:chgData name="Jobin Roy" userId="16bde385bbeffe0c" providerId="Windows Live" clId="Web-{67812993-7B49-410A-38AE-1CFA16BBCC16}" dt="2026-05-11T09:28:37.336" v="142"/>
          <ac:spMkLst>
            <pc:docMk/>
            <pc:sldMk cId="0" sldId="270"/>
            <ac:spMk id="599" creationId="{00000000-0000-0000-0000-000000000000}"/>
          </ac:spMkLst>
        </pc:spChg>
        <pc:spChg chg="mod">
          <ac:chgData name="Jobin Roy" userId="16bde385bbeffe0c" providerId="Windows Live" clId="Web-{67812993-7B49-410A-38AE-1CFA16BBCC16}" dt="2026-05-11T09:28:37.336" v="143"/>
          <ac:spMkLst>
            <pc:docMk/>
            <pc:sldMk cId="0" sldId="270"/>
            <ac:spMk id="600" creationId="{00000000-0000-0000-0000-000000000000}"/>
          </ac:spMkLst>
        </pc:spChg>
        <pc:spChg chg="mod">
          <ac:chgData name="Jobin Roy" userId="16bde385bbeffe0c" providerId="Windows Live" clId="Web-{67812993-7B49-410A-38AE-1CFA16BBCC16}" dt="2026-05-11T09:28:37.336" v="144"/>
          <ac:spMkLst>
            <pc:docMk/>
            <pc:sldMk cId="0" sldId="270"/>
            <ac:spMk id="601" creationId="{00000000-0000-0000-0000-000000000000}"/>
          </ac:spMkLst>
        </pc:spChg>
        <pc:spChg chg="mod">
          <ac:chgData name="Jobin Roy" userId="16bde385bbeffe0c" providerId="Windows Live" clId="Web-{67812993-7B49-410A-38AE-1CFA16BBCC16}" dt="2026-05-11T09:28:37.633" v="145"/>
          <ac:spMkLst>
            <pc:docMk/>
            <pc:sldMk cId="0" sldId="270"/>
            <ac:spMk id="602" creationId="{00000000-0000-0000-0000-000000000000}"/>
          </ac:spMkLst>
        </pc:spChg>
      </pc:sldChg>
      <pc:sldChg chg="addSp">
        <pc:chgData name="Jobin Roy" userId="16bde385bbeffe0c" providerId="Windows Live" clId="Web-{67812993-7B49-410A-38AE-1CFA16BBCC16}" dt="2026-05-11T09:00:34.136" v="33"/>
        <pc:sldMkLst>
          <pc:docMk/>
          <pc:sldMk cId="0" sldId="275"/>
        </pc:sldMkLst>
        <pc:spChg chg="add">
          <ac:chgData name="Jobin Roy" userId="16bde385bbeffe0c" providerId="Windows Live" clId="Web-{67812993-7B49-410A-38AE-1CFA16BBCC16}" dt="2026-05-11T09:00:34.136" v="33"/>
          <ac:spMkLst>
            <pc:docMk/>
            <pc:sldMk cId="0" sldId="275"/>
            <ac:spMk id="4" creationId="{59CF5D8B-8080-6AE3-7180-2E9BE641B4B4}"/>
          </ac:spMkLst>
        </pc:spChg>
      </pc:sldChg>
      <pc:sldChg chg="addSp">
        <pc:chgData name="Jobin Roy" userId="16bde385bbeffe0c" providerId="Windows Live" clId="Web-{67812993-7B49-410A-38AE-1CFA16BBCC16}" dt="2026-05-11T09:00:36.511" v="34"/>
        <pc:sldMkLst>
          <pc:docMk/>
          <pc:sldMk cId="0" sldId="276"/>
        </pc:sldMkLst>
        <pc:spChg chg="add">
          <ac:chgData name="Jobin Roy" userId="16bde385bbeffe0c" providerId="Windows Live" clId="Web-{67812993-7B49-410A-38AE-1CFA16BBCC16}" dt="2026-05-11T09:00:36.511" v="34"/>
          <ac:spMkLst>
            <pc:docMk/>
            <pc:sldMk cId="0" sldId="276"/>
            <ac:spMk id="4" creationId="{65425F27-269C-0244-8051-EE942E877464}"/>
          </ac:spMkLst>
        </pc:spChg>
      </pc:sldChg>
      <pc:sldChg chg="addSp">
        <pc:chgData name="Jobin Roy" userId="16bde385bbeffe0c" providerId="Windows Live" clId="Web-{67812993-7B49-410A-38AE-1CFA16BBCC16}" dt="2026-05-11T09:00:38.214" v="35"/>
        <pc:sldMkLst>
          <pc:docMk/>
          <pc:sldMk cId="0" sldId="277"/>
        </pc:sldMkLst>
        <pc:spChg chg="add">
          <ac:chgData name="Jobin Roy" userId="16bde385bbeffe0c" providerId="Windows Live" clId="Web-{67812993-7B49-410A-38AE-1CFA16BBCC16}" dt="2026-05-11T09:00:38.214" v="35"/>
          <ac:spMkLst>
            <pc:docMk/>
            <pc:sldMk cId="0" sldId="277"/>
            <ac:spMk id="4" creationId="{D7BEF185-3D89-C0C9-C6B7-1982CC9E2133}"/>
          </ac:spMkLst>
        </pc:spChg>
      </pc:sldChg>
      <pc:sldChg chg="addSp">
        <pc:chgData name="Jobin Roy" userId="16bde385bbeffe0c" providerId="Windows Live" clId="Web-{67812993-7B49-410A-38AE-1CFA16BBCC16}" dt="2026-05-11T09:00:39.293" v="36"/>
        <pc:sldMkLst>
          <pc:docMk/>
          <pc:sldMk cId="0" sldId="279"/>
        </pc:sldMkLst>
        <pc:spChg chg="add">
          <ac:chgData name="Jobin Roy" userId="16bde385bbeffe0c" providerId="Windows Live" clId="Web-{67812993-7B49-410A-38AE-1CFA16BBCC16}" dt="2026-05-11T09:00:39.293" v="36"/>
          <ac:spMkLst>
            <pc:docMk/>
            <pc:sldMk cId="0" sldId="279"/>
            <ac:spMk id="4" creationId="{E376D264-E78E-044A-E177-2BA5D8049586}"/>
          </ac:spMkLst>
        </pc:spChg>
      </pc:sldChg>
      <pc:sldChg chg="addSp">
        <pc:chgData name="Jobin Roy" userId="16bde385bbeffe0c" providerId="Windows Live" clId="Web-{67812993-7B49-410A-38AE-1CFA16BBCC16}" dt="2026-05-11T09:00:40.683" v="37"/>
        <pc:sldMkLst>
          <pc:docMk/>
          <pc:sldMk cId="0" sldId="280"/>
        </pc:sldMkLst>
        <pc:spChg chg="add">
          <ac:chgData name="Jobin Roy" userId="16bde385bbeffe0c" providerId="Windows Live" clId="Web-{67812993-7B49-410A-38AE-1CFA16BBCC16}" dt="2026-05-11T09:00:40.683" v="37"/>
          <ac:spMkLst>
            <pc:docMk/>
            <pc:sldMk cId="0" sldId="280"/>
            <ac:spMk id="4" creationId="{7DA29C27-B766-CD5E-07C9-74BDC1392E90}"/>
          </ac:spMkLst>
        </pc:spChg>
      </pc:sldChg>
      <pc:sldChg chg="addSp">
        <pc:chgData name="Jobin Roy" userId="16bde385bbeffe0c" providerId="Windows Live" clId="Web-{67812993-7B49-410A-38AE-1CFA16BBCC16}" dt="2026-05-11T09:00:42.840" v="38"/>
        <pc:sldMkLst>
          <pc:docMk/>
          <pc:sldMk cId="0" sldId="282"/>
        </pc:sldMkLst>
        <pc:spChg chg="add">
          <ac:chgData name="Jobin Roy" userId="16bde385bbeffe0c" providerId="Windows Live" clId="Web-{67812993-7B49-410A-38AE-1CFA16BBCC16}" dt="2026-05-11T09:00:42.840" v="38"/>
          <ac:spMkLst>
            <pc:docMk/>
            <pc:sldMk cId="0" sldId="282"/>
            <ac:spMk id="4" creationId="{AEA8A6EB-2CC3-B4F2-9BF4-9B62C9D80AE9}"/>
          </ac:spMkLst>
        </pc:spChg>
      </pc:sldChg>
      <pc:sldChg chg="addSp">
        <pc:chgData name="Jobin Roy" userId="16bde385bbeffe0c" providerId="Windows Live" clId="Web-{67812993-7B49-410A-38AE-1CFA16BBCC16}" dt="2026-05-11T09:00:44.699" v="39"/>
        <pc:sldMkLst>
          <pc:docMk/>
          <pc:sldMk cId="0" sldId="283"/>
        </pc:sldMkLst>
        <pc:spChg chg="add">
          <ac:chgData name="Jobin Roy" userId="16bde385bbeffe0c" providerId="Windows Live" clId="Web-{67812993-7B49-410A-38AE-1CFA16BBCC16}" dt="2026-05-11T09:00:44.699" v="39"/>
          <ac:spMkLst>
            <pc:docMk/>
            <pc:sldMk cId="0" sldId="283"/>
            <ac:spMk id="4" creationId="{43D16113-3C8E-F7FF-4A5D-4F44386271C4}"/>
          </ac:spMkLst>
        </pc:spChg>
      </pc:sldChg>
      <pc:sldChg chg="addSp">
        <pc:chgData name="Jobin Roy" userId="16bde385bbeffe0c" providerId="Windows Live" clId="Web-{67812993-7B49-410A-38AE-1CFA16BBCC16}" dt="2026-05-11T09:00:50.965" v="42"/>
        <pc:sldMkLst>
          <pc:docMk/>
          <pc:sldMk cId="0" sldId="284"/>
        </pc:sldMkLst>
        <pc:spChg chg="add">
          <ac:chgData name="Jobin Roy" userId="16bde385bbeffe0c" providerId="Windows Live" clId="Web-{67812993-7B49-410A-38AE-1CFA16BBCC16}" dt="2026-05-11T09:00:50.965" v="42"/>
          <ac:spMkLst>
            <pc:docMk/>
            <pc:sldMk cId="0" sldId="284"/>
            <ac:spMk id="4" creationId="{F0142BE3-369A-E6AF-24D1-3C212142B736}"/>
          </ac:spMkLst>
        </pc:spChg>
      </pc:sldChg>
      <pc:sldChg chg="addSp">
        <pc:chgData name="Jobin Roy" userId="16bde385bbeffe0c" providerId="Windows Live" clId="Web-{67812993-7B49-410A-38AE-1CFA16BBCC16}" dt="2026-05-11T09:00:46.512" v="40"/>
        <pc:sldMkLst>
          <pc:docMk/>
          <pc:sldMk cId="0" sldId="285"/>
        </pc:sldMkLst>
        <pc:spChg chg="add">
          <ac:chgData name="Jobin Roy" userId="16bde385bbeffe0c" providerId="Windows Live" clId="Web-{67812993-7B49-410A-38AE-1CFA16BBCC16}" dt="2026-05-11T09:00:46.512" v="40"/>
          <ac:spMkLst>
            <pc:docMk/>
            <pc:sldMk cId="0" sldId="285"/>
            <ac:spMk id="4" creationId="{CD2B4D2A-5776-8F77-0B00-ECAAA4DF89AA}"/>
          </ac:spMkLst>
        </pc:spChg>
      </pc:sldChg>
      <pc:sldChg chg="addSp">
        <pc:chgData name="Jobin Roy" userId="16bde385bbeffe0c" providerId="Windows Live" clId="Web-{67812993-7B49-410A-38AE-1CFA16BBCC16}" dt="2026-05-11T09:00:48.137" v="41"/>
        <pc:sldMkLst>
          <pc:docMk/>
          <pc:sldMk cId="0" sldId="286"/>
        </pc:sldMkLst>
        <pc:spChg chg="add">
          <ac:chgData name="Jobin Roy" userId="16bde385bbeffe0c" providerId="Windows Live" clId="Web-{67812993-7B49-410A-38AE-1CFA16BBCC16}" dt="2026-05-11T09:00:48.137" v="41"/>
          <ac:spMkLst>
            <pc:docMk/>
            <pc:sldMk cId="0" sldId="286"/>
            <ac:spMk id="4" creationId="{C9B883A9-B0D4-C420-F2A8-A878A0A57771}"/>
          </ac:spMkLst>
        </pc:spChg>
      </pc:sldChg>
      <pc:sldChg chg="addSp">
        <pc:chgData name="Jobin Roy" userId="16bde385bbeffe0c" providerId="Windows Live" clId="Web-{67812993-7B49-410A-38AE-1CFA16BBCC16}" dt="2026-05-11T09:00:53.203" v="43"/>
        <pc:sldMkLst>
          <pc:docMk/>
          <pc:sldMk cId="0" sldId="287"/>
        </pc:sldMkLst>
        <pc:spChg chg="add">
          <ac:chgData name="Jobin Roy" userId="16bde385bbeffe0c" providerId="Windows Live" clId="Web-{67812993-7B49-410A-38AE-1CFA16BBCC16}" dt="2026-05-11T09:00:53.203" v="43"/>
          <ac:spMkLst>
            <pc:docMk/>
            <pc:sldMk cId="0" sldId="287"/>
            <ac:spMk id="4" creationId="{D048A65D-FBA9-D30F-E4B9-E50B992AD8F1}"/>
          </ac:spMkLst>
        </pc:spChg>
      </pc:sldChg>
      <pc:sldChg chg="addSp modSp">
        <pc:chgData name="Jobin Roy" userId="16bde385bbeffe0c" providerId="Windows Live" clId="Web-{67812993-7B49-410A-38AE-1CFA16BBCC16}" dt="2026-05-11T09:00:27.027" v="27" actId="1076"/>
        <pc:sldMkLst>
          <pc:docMk/>
          <pc:sldMk cId="953737383" sldId="288"/>
        </pc:sldMkLst>
        <pc:spChg chg="add mod">
          <ac:chgData name="Jobin Roy" userId="16bde385bbeffe0c" providerId="Windows Live" clId="Web-{67812993-7B49-410A-38AE-1CFA16BBCC16}" dt="2026-05-11T09:00:27.027" v="27" actId="1076"/>
          <ac:spMkLst>
            <pc:docMk/>
            <pc:sldMk cId="953737383" sldId="288"/>
            <ac:spMk id="5" creationId="{5759A578-C3F8-165E-0DE9-9D1276D4DE98}"/>
          </ac:spMkLst>
        </pc:spChg>
      </pc:sldChg>
    </pc:docChg>
  </pc:docChgLst>
  <pc:docChgLst>
    <pc:chgData name="Jobin Roy" userId="16bde385bbeffe0c" providerId="Windows Live" clId="Web-{68A2DF58-6718-4224-8B36-F66F45948EAA}"/>
    <pc:docChg chg="addSld delSld modSld sldOrd">
      <pc:chgData name="Jobin Roy" userId="16bde385bbeffe0c" providerId="Windows Live" clId="Web-{68A2DF58-6718-4224-8B36-F66F45948EAA}" dt="2026-05-11T12:37:52.765" v="1005" actId="1076"/>
      <pc:docMkLst>
        <pc:docMk/>
      </pc:docMkLst>
      <pc:sldChg chg="modSp">
        <pc:chgData name="Jobin Roy" userId="16bde385bbeffe0c" providerId="Windows Live" clId="Web-{68A2DF58-6718-4224-8B36-F66F45948EAA}" dt="2026-05-11T07:38:00.129" v="819" actId="1076"/>
        <pc:sldMkLst>
          <pc:docMk/>
          <pc:sldMk cId="0" sldId="256"/>
        </pc:sldMkLst>
        <pc:spChg chg="mod">
          <ac:chgData name="Jobin Roy" userId="16bde385bbeffe0c" providerId="Windows Live" clId="Web-{68A2DF58-6718-4224-8B36-F66F45948EAA}" dt="2026-05-11T07:19:37.398" v="121" actId="20577"/>
          <ac:spMkLst>
            <pc:docMk/>
            <pc:sldMk cId="0" sldId="256"/>
            <ac:spMk id="3" creationId="{EA31B621-B640-5627-8269-CA314C848C26}"/>
          </ac:spMkLst>
        </pc:spChg>
        <pc:spChg chg="mod">
          <ac:chgData name="Jobin Roy" userId="16bde385bbeffe0c" providerId="Windows Live" clId="Web-{68A2DF58-6718-4224-8B36-F66F45948EAA}" dt="2026-05-11T07:37:47.160" v="817"/>
          <ac:spMkLst>
            <pc:docMk/>
            <pc:sldMk cId="0" sldId="256"/>
            <ac:spMk id="97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8:00.129" v="818" actId="1076"/>
          <ac:spMkLst>
            <pc:docMk/>
            <pc:sldMk cId="0" sldId="256"/>
            <ac:spMk id="98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8:00.129" v="819" actId="1076"/>
          <ac:spMkLst>
            <pc:docMk/>
            <pc:sldMk cId="0" sldId="256"/>
            <ac:spMk id="99" creationId="{00000000-0000-0000-0000-000000000000}"/>
          </ac:spMkLst>
        </pc:spChg>
      </pc:sldChg>
      <pc:sldChg chg="modSp">
        <pc:chgData name="Jobin Roy" userId="16bde385bbeffe0c" providerId="Windows Live" clId="Web-{68A2DF58-6718-4224-8B36-F66F45948EAA}" dt="2026-05-11T12:21:39.976" v="1001" actId="14100"/>
        <pc:sldMkLst>
          <pc:docMk/>
          <pc:sldMk cId="0" sldId="257"/>
        </pc:sldMkLst>
        <pc:spChg chg="mod">
          <ac:chgData name="Jobin Roy" userId="16bde385bbeffe0c" providerId="Windows Live" clId="Web-{68A2DF58-6718-4224-8B36-F66F45948EAA}" dt="2026-05-11T12:21:39.976" v="1001" actId="14100"/>
          <ac:spMkLst>
            <pc:docMk/>
            <pc:sldMk cId="0" sldId="257"/>
            <ac:spMk id="109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13:08.126" v="5" actId="20577"/>
          <ac:spMkLst>
            <pc:docMk/>
            <pc:sldMk cId="0" sldId="257"/>
            <ac:spMk id="110" creationId="{00000000-0000-0000-0000-000000000000}"/>
          </ac:spMkLst>
        </pc:spChg>
      </pc:sldChg>
      <pc:sldChg chg="modSp">
        <pc:chgData name="Jobin Roy" userId="16bde385bbeffe0c" providerId="Windows Live" clId="Web-{68A2DF58-6718-4224-8B36-F66F45948EAA}" dt="2026-05-11T07:14:36.907" v="20"/>
        <pc:sldMkLst>
          <pc:docMk/>
          <pc:sldMk cId="0" sldId="260"/>
        </pc:sldMkLst>
        <pc:spChg chg="mod">
          <ac:chgData name="Jobin Roy" userId="16bde385bbeffe0c" providerId="Windows Live" clId="Web-{68A2DF58-6718-4224-8B36-F66F45948EAA}" dt="2026-05-11T07:14:36.845" v="18"/>
          <ac:spMkLst>
            <pc:docMk/>
            <pc:sldMk cId="0" sldId="260"/>
            <ac:spMk id="185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14:36.845" v="19"/>
          <ac:spMkLst>
            <pc:docMk/>
            <pc:sldMk cId="0" sldId="260"/>
            <ac:spMk id="188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14:36.907" v="20"/>
          <ac:spMkLst>
            <pc:docMk/>
            <pc:sldMk cId="0" sldId="260"/>
            <ac:spMk id="195" creationId="{00000000-0000-0000-0000-000000000000}"/>
          </ac:spMkLst>
        </pc:spChg>
        <pc:picChg chg="mod">
          <ac:chgData name="Jobin Roy" userId="16bde385bbeffe0c" providerId="Windows Live" clId="Web-{68A2DF58-6718-4224-8B36-F66F45948EAA}" dt="2026-05-11T07:14:27.798" v="17" actId="1076"/>
          <ac:picMkLst>
            <pc:docMk/>
            <pc:sldMk cId="0" sldId="260"/>
            <ac:picMk id="198" creationId="{00000000-0000-0000-0000-000000000000}"/>
          </ac:picMkLst>
        </pc:picChg>
      </pc:sldChg>
      <pc:sldChg chg="modSp">
        <pc:chgData name="Jobin Roy" userId="16bde385bbeffe0c" providerId="Windows Live" clId="Web-{68A2DF58-6718-4224-8B36-F66F45948EAA}" dt="2026-05-11T07:14:50.048" v="23"/>
        <pc:sldMkLst>
          <pc:docMk/>
          <pc:sldMk cId="0" sldId="261"/>
        </pc:sldMkLst>
        <pc:spChg chg="mod">
          <ac:chgData name="Jobin Roy" userId="16bde385bbeffe0c" providerId="Windows Live" clId="Web-{68A2DF58-6718-4224-8B36-F66F45948EAA}" dt="2026-05-11T07:14:49.986" v="21"/>
          <ac:spMkLst>
            <pc:docMk/>
            <pc:sldMk cId="0" sldId="261"/>
            <ac:spMk id="208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14:49.986" v="22"/>
          <ac:spMkLst>
            <pc:docMk/>
            <pc:sldMk cId="0" sldId="261"/>
            <ac:spMk id="211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14:50.048" v="23"/>
          <ac:spMkLst>
            <pc:docMk/>
            <pc:sldMk cId="0" sldId="261"/>
            <ac:spMk id="217" creationId="{00000000-0000-0000-0000-000000000000}"/>
          </ac:spMkLst>
        </pc:spChg>
      </pc:sldChg>
      <pc:sldChg chg="modSp">
        <pc:chgData name="Jobin Roy" userId="16bde385bbeffe0c" providerId="Windows Live" clId="Web-{68A2DF58-6718-4224-8B36-F66F45948EAA}" dt="2026-05-11T11:58:27.667" v="946" actId="20577"/>
        <pc:sldMkLst>
          <pc:docMk/>
          <pc:sldMk cId="0" sldId="263"/>
        </pc:sldMkLst>
        <pc:spChg chg="mod">
          <ac:chgData name="Jobin Roy" userId="16bde385bbeffe0c" providerId="Windows Live" clId="Web-{68A2DF58-6718-4224-8B36-F66F45948EAA}" dt="2026-05-11T07:15:10.580" v="24"/>
          <ac:spMkLst>
            <pc:docMk/>
            <pc:sldMk cId="0" sldId="263"/>
            <ac:spMk id="263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15:10.580" v="25"/>
          <ac:spMkLst>
            <pc:docMk/>
            <pc:sldMk cId="0" sldId="263"/>
            <ac:spMk id="265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11:58:00.183" v="943" actId="20577"/>
          <ac:spMkLst>
            <pc:docMk/>
            <pc:sldMk cId="0" sldId="263"/>
            <ac:spMk id="268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11:57:39.355" v="936" actId="20577"/>
          <ac:spMkLst>
            <pc:docMk/>
            <pc:sldMk cId="0" sldId="263"/>
            <ac:spMk id="269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11:58:27.667" v="946" actId="20577"/>
          <ac:spMkLst>
            <pc:docMk/>
            <pc:sldMk cId="0" sldId="263"/>
            <ac:spMk id="271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15:22.643" v="33" actId="20577"/>
          <ac:spMkLst>
            <pc:docMk/>
            <pc:sldMk cId="0" sldId="263"/>
            <ac:spMk id="272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15:10.627" v="28"/>
          <ac:spMkLst>
            <pc:docMk/>
            <pc:sldMk cId="0" sldId="263"/>
            <ac:spMk id="274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11:57:28.198" v="935" actId="1076"/>
          <ac:spMkLst>
            <pc:docMk/>
            <pc:sldMk cId="0" sldId="263"/>
            <ac:spMk id="275" creationId="{00000000-0000-0000-0000-000000000000}"/>
          </ac:spMkLst>
        </pc:spChg>
      </pc:sldChg>
      <pc:sldChg chg="modSp">
        <pc:chgData name="Jobin Roy" userId="16bde385bbeffe0c" providerId="Windows Live" clId="Web-{68A2DF58-6718-4224-8B36-F66F45948EAA}" dt="2026-05-11T07:15:43.784" v="40"/>
        <pc:sldMkLst>
          <pc:docMk/>
          <pc:sldMk cId="0" sldId="264"/>
        </pc:sldMkLst>
        <pc:spChg chg="mod">
          <ac:chgData name="Jobin Roy" userId="16bde385bbeffe0c" providerId="Windows Live" clId="Web-{68A2DF58-6718-4224-8B36-F66F45948EAA}" dt="2026-05-11T07:15:43.675" v="34"/>
          <ac:spMkLst>
            <pc:docMk/>
            <pc:sldMk cId="0" sldId="264"/>
            <ac:spMk id="287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15:43.675" v="35"/>
          <ac:spMkLst>
            <pc:docMk/>
            <pc:sldMk cId="0" sldId="264"/>
            <ac:spMk id="289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15:43.675" v="36"/>
          <ac:spMkLst>
            <pc:docMk/>
            <pc:sldMk cId="0" sldId="264"/>
            <ac:spMk id="293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15:43.675" v="37"/>
          <ac:spMkLst>
            <pc:docMk/>
            <pc:sldMk cId="0" sldId="264"/>
            <ac:spMk id="297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15:43.675" v="38"/>
          <ac:spMkLst>
            <pc:docMk/>
            <pc:sldMk cId="0" sldId="264"/>
            <ac:spMk id="301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15:43.675" v="39"/>
          <ac:spMkLst>
            <pc:docMk/>
            <pc:sldMk cId="0" sldId="264"/>
            <ac:spMk id="304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15:43.784" v="40"/>
          <ac:spMkLst>
            <pc:docMk/>
            <pc:sldMk cId="0" sldId="264"/>
            <ac:spMk id="310" creationId="{00000000-0000-0000-0000-000000000000}"/>
          </ac:spMkLst>
        </pc:spChg>
      </pc:sldChg>
      <pc:sldChg chg="addSp delSp modSp">
        <pc:chgData name="Jobin Roy" userId="16bde385bbeffe0c" providerId="Windows Live" clId="Web-{68A2DF58-6718-4224-8B36-F66F45948EAA}" dt="2026-05-11T11:58:43.511" v="948" actId="1076"/>
        <pc:sldMkLst>
          <pc:docMk/>
          <pc:sldMk cId="0" sldId="265"/>
        </pc:sldMkLst>
        <pc:spChg chg="mod">
          <ac:chgData name="Jobin Roy" userId="16bde385bbeffe0c" providerId="Windows Live" clId="Web-{68A2DF58-6718-4224-8B36-F66F45948EAA}" dt="2026-05-11T07:16:03.066" v="60" actId="20577"/>
          <ac:spMkLst>
            <pc:docMk/>
            <pc:sldMk cId="0" sldId="265"/>
            <ac:spMk id="326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09.403" v="632" actId="1076"/>
          <ac:spMkLst>
            <pc:docMk/>
            <pc:sldMk cId="0" sldId="265"/>
            <ac:spMk id="328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11:58:38.042" v="947" actId="1076"/>
          <ac:spMkLst>
            <pc:docMk/>
            <pc:sldMk cId="0" sldId="265"/>
            <ac:spMk id="329" creationId="{00000000-0000-0000-0000-000000000000}"/>
          </ac:spMkLst>
        </pc:spChg>
        <pc:spChg chg="del mod">
          <ac:chgData name="Jobin Roy" userId="16bde385bbeffe0c" providerId="Windows Live" clId="Web-{68A2DF58-6718-4224-8B36-F66F45948EAA}" dt="2026-05-11T07:23:22.322" v="238"/>
          <ac:spMkLst>
            <pc:docMk/>
            <pc:sldMk cId="0" sldId="265"/>
            <ac:spMk id="330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09.450" v="634" actId="1076"/>
          <ac:spMkLst>
            <pc:docMk/>
            <pc:sldMk cId="0" sldId="265"/>
            <ac:spMk id="331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09.481" v="635" actId="1076"/>
          <ac:spMkLst>
            <pc:docMk/>
            <pc:sldMk cId="0" sldId="265"/>
            <ac:spMk id="332" creationId="{00000000-0000-0000-0000-000000000000}"/>
          </ac:spMkLst>
        </pc:spChg>
        <pc:spChg chg="del mod">
          <ac:chgData name="Jobin Roy" userId="16bde385bbeffe0c" providerId="Windows Live" clId="Web-{68A2DF58-6718-4224-8B36-F66F45948EAA}" dt="2026-05-11T07:23:23.853" v="239"/>
          <ac:spMkLst>
            <pc:docMk/>
            <pc:sldMk cId="0" sldId="265"/>
            <ac:spMk id="333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09.497" v="636" actId="1076"/>
          <ac:spMkLst>
            <pc:docMk/>
            <pc:sldMk cId="0" sldId="265"/>
            <ac:spMk id="334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09.512" v="637" actId="1076"/>
          <ac:spMkLst>
            <pc:docMk/>
            <pc:sldMk cId="0" sldId="265"/>
            <ac:spMk id="335" creationId="{00000000-0000-0000-0000-000000000000}"/>
          </ac:spMkLst>
        </pc:spChg>
        <pc:spChg chg="del mod">
          <ac:chgData name="Jobin Roy" userId="16bde385bbeffe0c" providerId="Windows Live" clId="Web-{68A2DF58-6718-4224-8B36-F66F45948EAA}" dt="2026-05-11T07:23:24.963" v="240"/>
          <ac:spMkLst>
            <pc:docMk/>
            <pc:sldMk cId="0" sldId="265"/>
            <ac:spMk id="336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09.528" v="638" actId="1076"/>
          <ac:spMkLst>
            <pc:docMk/>
            <pc:sldMk cId="0" sldId="265"/>
            <ac:spMk id="337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11:56:26.073" v="924" actId="20577"/>
          <ac:spMkLst>
            <pc:docMk/>
            <pc:sldMk cId="0" sldId="265"/>
            <ac:spMk id="338" creationId="{00000000-0000-0000-0000-000000000000}"/>
          </ac:spMkLst>
        </pc:spChg>
        <pc:spChg chg="del mod">
          <ac:chgData name="Jobin Roy" userId="16bde385bbeffe0c" providerId="Windows Live" clId="Web-{68A2DF58-6718-4224-8B36-F66F45948EAA}" dt="2026-05-11T07:23:25.603" v="241"/>
          <ac:spMkLst>
            <pc:docMk/>
            <pc:sldMk cId="0" sldId="265"/>
            <ac:spMk id="339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09.575" v="640" actId="1076"/>
          <ac:spMkLst>
            <pc:docMk/>
            <pc:sldMk cId="0" sldId="265"/>
            <ac:spMk id="340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11:58:43.511" v="948" actId="1076"/>
          <ac:spMkLst>
            <pc:docMk/>
            <pc:sldMk cId="0" sldId="265"/>
            <ac:spMk id="341" creationId="{00000000-0000-0000-0000-000000000000}"/>
          </ac:spMkLst>
        </pc:spChg>
        <pc:spChg chg="del mod">
          <ac:chgData name="Jobin Roy" userId="16bde385bbeffe0c" providerId="Windows Live" clId="Web-{68A2DF58-6718-4224-8B36-F66F45948EAA}" dt="2026-05-11T07:23:26.463" v="242"/>
          <ac:spMkLst>
            <pc:docMk/>
            <pc:sldMk cId="0" sldId="265"/>
            <ac:spMk id="342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09.606" v="642" actId="1076"/>
          <ac:spMkLst>
            <pc:docMk/>
            <pc:sldMk cId="0" sldId="265"/>
            <ac:spMk id="343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09.637" v="643" actId="1076"/>
          <ac:spMkLst>
            <pc:docMk/>
            <pc:sldMk cId="0" sldId="265"/>
            <ac:spMk id="344" creationId="{00000000-0000-0000-0000-000000000000}"/>
          </ac:spMkLst>
        </pc:spChg>
        <pc:spChg chg="del mod">
          <ac:chgData name="Jobin Roy" userId="16bde385bbeffe0c" providerId="Windows Live" clId="Web-{68A2DF58-6718-4224-8B36-F66F45948EAA}" dt="2026-05-11T07:23:27.650" v="243"/>
          <ac:spMkLst>
            <pc:docMk/>
            <pc:sldMk cId="0" sldId="265"/>
            <ac:spMk id="345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09.653" v="644" actId="1076"/>
          <ac:spMkLst>
            <pc:docMk/>
            <pc:sldMk cId="0" sldId="265"/>
            <ac:spMk id="346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09.669" v="645" actId="1076"/>
          <ac:spMkLst>
            <pc:docMk/>
            <pc:sldMk cId="0" sldId="265"/>
            <ac:spMk id="347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09.700" v="646" actId="1076"/>
          <ac:spMkLst>
            <pc:docMk/>
            <pc:sldMk cId="0" sldId="265"/>
            <ac:spMk id="348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09.731" v="647" actId="1076"/>
          <ac:spMkLst>
            <pc:docMk/>
            <pc:sldMk cId="0" sldId="265"/>
            <ac:spMk id="349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09.747" v="648" actId="1076"/>
          <ac:spMkLst>
            <pc:docMk/>
            <pc:sldMk cId="0" sldId="265"/>
            <ac:spMk id="350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09.762" v="649" actId="1076"/>
          <ac:spMkLst>
            <pc:docMk/>
            <pc:sldMk cId="0" sldId="265"/>
            <ac:spMk id="351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09.778" v="650" actId="1076"/>
          <ac:spMkLst>
            <pc:docMk/>
            <pc:sldMk cId="0" sldId="265"/>
            <ac:spMk id="352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09.809" v="651" actId="1076"/>
          <ac:spMkLst>
            <pc:docMk/>
            <pc:sldMk cId="0" sldId="265"/>
            <ac:spMk id="353" creationId="{00000000-0000-0000-0000-000000000000}"/>
          </ac:spMkLst>
        </pc:spChg>
        <pc:spChg chg="add del mod">
          <ac:chgData name="Jobin Roy" userId="16bde385bbeffe0c" providerId="Windows Live" clId="Web-{68A2DF58-6718-4224-8B36-F66F45948EAA}" dt="2026-05-11T07:26:47.808" v="405"/>
          <ac:spMkLst>
            <pc:docMk/>
            <pc:sldMk cId="0" sldId="265"/>
            <ac:spMk id="354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09.825" v="652" actId="1076"/>
          <ac:spMkLst>
            <pc:docMk/>
            <pc:sldMk cId="0" sldId="265"/>
            <ac:spMk id="355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09.840" v="653" actId="1076"/>
          <ac:spMkLst>
            <pc:docMk/>
            <pc:sldMk cId="0" sldId="265"/>
            <ac:spMk id="356" creationId="{00000000-0000-0000-0000-000000000000}"/>
          </ac:spMkLst>
        </pc:spChg>
        <pc:spChg chg="add del mod">
          <ac:chgData name="Jobin Roy" userId="16bde385bbeffe0c" providerId="Windows Live" clId="Web-{68A2DF58-6718-4224-8B36-F66F45948EAA}" dt="2026-05-11T07:26:47.183" v="404"/>
          <ac:spMkLst>
            <pc:docMk/>
            <pc:sldMk cId="0" sldId="265"/>
            <ac:spMk id="357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09.856" v="654" actId="1076"/>
          <ac:spMkLst>
            <pc:docMk/>
            <pc:sldMk cId="0" sldId="265"/>
            <ac:spMk id="358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09.887" v="655" actId="1076"/>
          <ac:spMkLst>
            <pc:docMk/>
            <pc:sldMk cId="0" sldId="265"/>
            <ac:spMk id="359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09.903" v="656" actId="1076"/>
          <ac:spMkLst>
            <pc:docMk/>
            <pc:sldMk cId="0" sldId="265"/>
            <ac:spMk id="360" creationId="{00000000-0000-0000-0000-000000000000}"/>
          </ac:spMkLst>
        </pc:spChg>
        <pc:spChg chg="del">
          <ac:chgData name="Jobin Roy" userId="16bde385bbeffe0c" providerId="Windows Live" clId="Web-{68A2DF58-6718-4224-8B36-F66F45948EAA}" dt="2026-05-11T07:23:31.885" v="247"/>
          <ac:spMkLst>
            <pc:docMk/>
            <pc:sldMk cId="0" sldId="265"/>
            <ac:spMk id="361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09.919" v="657" actId="1076"/>
          <ac:spMkLst>
            <pc:docMk/>
            <pc:sldMk cId="0" sldId="265"/>
            <ac:spMk id="362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09.934" v="658" actId="1076"/>
          <ac:spMkLst>
            <pc:docMk/>
            <pc:sldMk cId="0" sldId="265"/>
            <ac:spMk id="363" creationId="{00000000-0000-0000-0000-000000000000}"/>
          </ac:spMkLst>
        </pc:spChg>
        <pc:spChg chg="del">
          <ac:chgData name="Jobin Roy" userId="16bde385bbeffe0c" providerId="Windows Live" clId="Web-{68A2DF58-6718-4224-8B36-F66F45948EAA}" dt="2026-05-11T07:23:31.854" v="246"/>
          <ac:spMkLst>
            <pc:docMk/>
            <pc:sldMk cId="0" sldId="265"/>
            <ac:spMk id="364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09.965" v="659" actId="1076"/>
          <ac:spMkLst>
            <pc:docMk/>
            <pc:sldMk cId="0" sldId="265"/>
            <ac:spMk id="365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09.981" v="660" actId="1076"/>
          <ac:spMkLst>
            <pc:docMk/>
            <pc:sldMk cId="0" sldId="265"/>
            <ac:spMk id="366" creationId="{00000000-0000-0000-0000-000000000000}"/>
          </ac:spMkLst>
        </pc:spChg>
        <pc:spChg chg="del">
          <ac:chgData name="Jobin Roy" userId="16bde385bbeffe0c" providerId="Windows Live" clId="Web-{68A2DF58-6718-4224-8B36-F66F45948EAA}" dt="2026-05-11T07:23:30.166" v="245"/>
          <ac:spMkLst>
            <pc:docMk/>
            <pc:sldMk cId="0" sldId="265"/>
            <ac:spMk id="367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09.997" v="661" actId="1076"/>
          <ac:spMkLst>
            <pc:docMk/>
            <pc:sldMk cId="0" sldId="265"/>
            <ac:spMk id="368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10.012" v="662" actId="1076"/>
          <ac:spMkLst>
            <pc:docMk/>
            <pc:sldMk cId="0" sldId="265"/>
            <ac:spMk id="369" creationId="{00000000-0000-0000-0000-000000000000}"/>
          </ac:spMkLst>
        </pc:spChg>
        <pc:spChg chg="del">
          <ac:chgData name="Jobin Roy" userId="16bde385bbeffe0c" providerId="Windows Live" clId="Web-{68A2DF58-6718-4224-8B36-F66F45948EAA}" dt="2026-05-11T07:23:29.557" v="244"/>
          <ac:spMkLst>
            <pc:docMk/>
            <pc:sldMk cId="0" sldId="265"/>
            <ac:spMk id="370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10.028" v="663" actId="1076"/>
          <ac:spMkLst>
            <pc:docMk/>
            <pc:sldMk cId="0" sldId="265"/>
            <ac:spMk id="371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10.059" v="664" actId="1076"/>
          <ac:spMkLst>
            <pc:docMk/>
            <pc:sldMk cId="0" sldId="265"/>
            <ac:spMk id="372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13.231" v="667" actId="1076"/>
          <ac:spMkLst>
            <pc:docMk/>
            <pc:sldMk cId="0" sldId="265"/>
            <ac:spMk id="373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10.090" v="666" actId="1076"/>
          <ac:spMkLst>
            <pc:docMk/>
            <pc:sldMk cId="0" sldId="265"/>
            <ac:spMk id="374" creationId="{00000000-0000-0000-0000-000000000000}"/>
          </ac:spMkLst>
        </pc:spChg>
        <pc:picChg chg="mod">
          <ac:chgData name="Jobin Roy" userId="16bde385bbeffe0c" providerId="Windows Live" clId="Web-{68A2DF58-6718-4224-8B36-F66F45948EAA}" dt="2026-05-11T07:27:07.605" v="443" actId="1076"/>
          <ac:picMkLst>
            <pc:docMk/>
            <pc:sldMk cId="0" sldId="265"/>
            <ac:picMk id="375" creationId="{00000000-0000-0000-0000-000000000000}"/>
          </ac:picMkLst>
        </pc:picChg>
      </pc:sldChg>
      <pc:sldChg chg="modSp">
        <pc:chgData name="Jobin Roy" userId="16bde385bbeffe0c" providerId="Windows Live" clId="Web-{68A2DF58-6718-4224-8B36-F66F45948EAA}" dt="2026-05-11T12:19:59.037" v="1000" actId="20577"/>
        <pc:sldMkLst>
          <pc:docMk/>
          <pc:sldMk cId="0" sldId="266"/>
        </pc:sldMkLst>
        <pc:spChg chg="mod">
          <ac:chgData name="Jobin Roy" userId="16bde385bbeffe0c" providerId="Windows Live" clId="Web-{68A2DF58-6718-4224-8B36-F66F45948EAA}" dt="2026-05-11T07:16:36.520" v="61"/>
          <ac:spMkLst>
            <pc:docMk/>
            <pc:sldMk cId="0" sldId="266"/>
            <ac:spMk id="383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16:36.520" v="62"/>
          <ac:spMkLst>
            <pc:docMk/>
            <pc:sldMk cId="0" sldId="266"/>
            <ac:spMk id="385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16:36.520" v="63"/>
          <ac:spMkLst>
            <pc:docMk/>
            <pc:sldMk cId="0" sldId="266"/>
            <ac:spMk id="387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16:36.520" v="64"/>
          <ac:spMkLst>
            <pc:docMk/>
            <pc:sldMk cId="0" sldId="266"/>
            <ac:spMk id="389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16:36.520" v="65"/>
          <ac:spMkLst>
            <pc:docMk/>
            <pc:sldMk cId="0" sldId="266"/>
            <ac:spMk id="391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16:36.520" v="66"/>
          <ac:spMkLst>
            <pc:docMk/>
            <pc:sldMk cId="0" sldId="266"/>
            <ac:spMk id="393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16:36.520" v="67"/>
          <ac:spMkLst>
            <pc:docMk/>
            <pc:sldMk cId="0" sldId="266"/>
            <ac:spMk id="395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16:36.520" v="68"/>
          <ac:spMkLst>
            <pc:docMk/>
            <pc:sldMk cId="0" sldId="266"/>
            <ac:spMk id="399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12:17:18.285" v="977" actId="20577"/>
          <ac:spMkLst>
            <pc:docMk/>
            <pc:sldMk cId="0" sldId="266"/>
            <ac:spMk id="404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12:19:59.037" v="1000" actId="20577"/>
          <ac:spMkLst>
            <pc:docMk/>
            <pc:sldMk cId="0" sldId="266"/>
            <ac:spMk id="413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12:18:22.489" v="984" actId="20577"/>
          <ac:spMkLst>
            <pc:docMk/>
            <pc:sldMk cId="0" sldId="266"/>
            <ac:spMk id="415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12:18:43.630" v="985" actId="20577"/>
          <ac:spMkLst>
            <pc:docMk/>
            <pc:sldMk cId="0" sldId="266"/>
            <ac:spMk id="422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16:36.520" v="69"/>
          <ac:spMkLst>
            <pc:docMk/>
            <pc:sldMk cId="0" sldId="266"/>
            <ac:spMk id="426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16:36.738" v="70"/>
          <ac:spMkLst>
            <pc:docMk/>
            <pc:sldMk cId="0" sldId="266"/>
            <ac:spMk id="433" creationId="{00000000-0000-0000-0000-000000000000}"/>
          </ac:spMkLst>
        </pc:spChg>
      </pc:sldChg>
      <pc:sldChg chg="modSp">
        <pc:chgData name="Jobin Roy" userId="16bde385bbeffe0c" providerId="Windows Live" clId="Web-{68A2DF58-6718-4224-8B36-F66F45948EAA}" dt="2026-05-11T12:01:01.403" v="963" actId="20577"/>
        <pc:sldMkLst>
          <pc:docMk/>
          <pc:sldMk cId="0" sldId="267"/>
        </pc:sldMkLst>
        <pc:spChg chg="mod">
          <ac:chgData name="Jobin Roy" userId="16bde385bbeffe0c" providerId="Windows Live" clId="Web-{68A2DF58-6718-4224-8B36-F66F45948EAA}" dt="2026-05-11T07:31:46.356" v="668"/>
          <ac:spMkLst>
            <pc:docMk/>
            <pc:sldMk cId="0" sldId="267"/>
            <ac:spMk id="445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46.356" v="669"/>
          <ac:spMkLst>
            <pc:docMk/>
            <pc:sldMk cId="0" sldId="267"/>
            <ac:spMk id="446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46.356" v="670"/>
          <ac:spMkLst>
            <pc:docMk/>
            <pc:sldMk cId="0" sldId="267"/>
            <ac:spMk id="447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46.356" v="671"/>
          <ac:spMkLst>
            <pc:docMk/>
            <pc:sldMk cId="0" sldId="267"/>
            <ac:spMk id="448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12:01:01.403" v="963" actId="20577"/>
          <ac:spMkLst>
            <pc:docMk/>
            <pc:sldMk cId="0" sldId="267"/>
            <ac:spMk id="449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46.356" v="673"/>
          <ac:spMkLst>
            <pc:docMk/>
            <pc:sldMk cId="0" sldId="267"/>
            <ac:spMk id="450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46.356" v="674"/>
          <ac:spMkLst>
            <pc:docMk/>
            <pc:sldMk cId="0" sldId="267"/>
            <ac:spMk id="451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46.356" v="675"/>
          <ac:spMkLst>
            <pc:docMk/>
            <pc:sldMk cId="0" sldId="267"/>
            <ac:spMk id="452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46.356" v="676"/>
          <ac:spMkLst>
            <pc:docMk/>
            <pc:sldMk cId="0" sldId="267"/>
            <ac:spMk id="453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12:00:54.168" v="960" actId="1076"/>
          <ac:spMkLst>
            <pc:docMk/>
            <pc:sldMk cId="0" sldId="267"/>
            <ac:spMk id="454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46.356" v="678"/>
          <ac:spMkLst>
            <pc:docMk/>
            <pc:sldMk cId="0" sldId="267"/>
            <ac:spMk id="455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46.356" v="679"/>
          <ac:spMkLst>
            <pc:docMk/>
            <pc:sldMk cId="0" sldId="267"/>
            <ac:spMk id="456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46.356" v="680"/>
          <ac:spMkLst>
            <pc:docMk/>
            <pc:sldMk cId="0" sldId="267"/>
            <ac:spMk id="457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46.356" v="681"/>
          <ac:spMkLst>
            <pc:docMk/>
            <pc:sldMk cId="0" sldId="267"/>
            <ac:spMk id="458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12:00:25.090" v="951" actId="20577"/>
          <ac:spMkLst>
            <pc:docMk/>
            <pc:sldMk cId="0" sldId="267"/>
            <ac:spMk id="459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46.356" v="683"/>
          <ac:spMkLst>
            <pc:docMk/>
            <pc:sldMk cId="0" sldId="267"/>
            <ac:spMk id="460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46.356" v="684"/>
          <ac:spMkLst>
            <pc:docMk/>
            <pc:sldMk cId="0" sldId="267"/>
            <ac:spMk id="461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46.356" v="685"/>
          <ac:spMkLst>
            <pc:docMk/>
            <pc:sldMk cId="0" sldId="267"/>
            <ac:spMk id="462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1:46.372" v="686"/>
          <ac:spMkLst>
            <pc:docMk/>
            <pc:sldMk cId="0" sldId="267"/>
            <ac:spMk id="463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12:00:34.199" v="955" actId="20577"/>
          <ac:spMkLst>
            <pc:docMk/>
            <pc:sldMk cId="0" sldId="267"/>
            <ac:spMk id="464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16:48.551" v="75"/>
          <ac:spMkLst>
            <pc:docMk/>
            <pc:sldMk cId="0" sldId="267"/>
            <ac:spMk id="466" creationId="{00000000-0000-0000-0000-000000000000}"/>
          </ac:spMkLst>
        </pc:spChg>
      </pc:sldChg>
      <pc:sldChg chg="modSp">
        <pc:chgData name="Jobin Roy" userId="16bde385bbeffe0c" providerId="Windows Live" clId="Web-{68A2DF58-6718-4224-8B36-F66F45948EAA}" dt="2026-05-11T07:32:05.278" v="737"/>
        <pc:sldMkLst>
          <pc:docMk/>
          <pc:sldMk cId="0" sldId="268"/>
        </pc:sldMkLst>
        <pc:spChg chg="mod">
          <ac:chgData name="Jobin Roy" userId="16bde385bbeffe0c" providerId="Windows Live" clId="Web-{68A2DF58-6718-4224-8B36-F66F45948EAA}" dt="2026-05-11T07:32:04.966" v="713"/>
          <ac:spMkLst>
            <pc:docMk/>
            <pc:sldMk cId="0" sldId="268"/>
            <ac:spMk id="477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2:04.966" v="714"/>
          <ac:spMkLst>
            <pc:docMk/>
            <pc:sldMk cId="0" sldId="268"/>
            <ac:spMk id="478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2:04.966" v="715"/>
          <ac:spMkLst>
            <pc:docMk/>
            <pc:sldMk cId="0" sldId="268"/>
            <ac:spMk id="479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2:04.966" v="716"/>
          <ac:spMkLst>
            <pc:docMk/>
            <pc:sldMk cId="0" sldId="268"/>
            <ac:spMk id="480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2:04.966" v="717"/>
          <ac:spMkLst>
            <pc:docMk/>
            <pc:sldMk cId="0" sldId="268"/>
            <ac:spMk id="481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2:04.966" v="718"/>
          <ac:spMkLst>
            <pc:docMk/>
            <pc:sldMk cId="0" sldId="268"/>
            <ac:spMk id="482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2:04.966" v="719"/>
          <ac:spMkLst>
            <pc:docMk/>
            <pc:sldMk cId="0" sldId="268"/>
            <ac:spMk id="483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2:04.966" v="720"/>
          <ac:spMkLst>
            <pc:docMk/>
            <pc:sldMk cId="0" sldId="268"/>
            <ac:spMk id="484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2:04.966" v="721"/>
          <ac:spMkLst>
            <pc:docMk/>
            <pc:sldMk cId="0" sldId="268"/>
            <ac:spMk id="485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2:04.966" v="722"/>
          <ac:spMkLst>
            <pc:docMk/>
            <pc:sldMk cId="0" sldId="268"/>
            <ac:spMk id="486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2:04.966" v="723"/>
          <ac:spMkLst>
            <pc:docMk/>
            <pc:sldMk cId="0" sldId="268"/>
            <ac:spMk id="487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2:04.966" v="724"/>
          <ac:spMkLst>
            <pc:docMk/>
            <pc:sldMk cId="0" sldId="268"/>
            <ac:spMk id="488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2:04.966" v="725"/>
          <ac:spMkLst>
            <pc:docMk/>
            <pc:sldMk cId="0" sldId="268"/>
            <ac:spMk id="489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2:04.966" v="726"/>
          <ac:spMkLst>
            <pc:docMk/>
            <pc:sldMk cId="0" sldId="268"/>
            <ac:spMk id="490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2:04.966" v="727"/>
          <ac:spMkLst>
            <pc:docMk/>
            <pc:sldMk cId="0" sldId="268"/>
            <ac:spMk id="491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2:04.966" v="728"/>
          <ac:spMkLst>
            <pc:docMk/>
            <pc:sldMk cId="0" sldId="268"/>
            <ac:spMk id="492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2:04.966" v="729"/>
          <ac:spMkLst>
            <pc:docMk/>
            <pc:sldMk cId="0" sldId="268"/>
            <ac:spMk id="493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2:04.966" v="730"/>
          <ac:spMkLst>
            <pc:docMk/>
            <pc:sldMk cId="0" sldId="268"/>
            <ac:spMk id="494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2:04.966" v="731"/>
          <ac:spMkLst>
            <pc:docMk/>
            <pc:sldMk cId="0" sldId="268"/>
            <ac:spMk id="495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2:04.966" v="732"/>
          <ac:spMkLst>
            <pc:docMk/>
            <pc:sldMk cId="0" sldId="268"/>
            <ac:spMk id="496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2:04.966" v="733"/>
          <ac:spMkLst>
            <pc:docMk/>
            <pc:sldMk cId="0" sldId="268"/>
            <ac:spMk id="497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2:04.966" v="734"/>
          <ac:spMkLst>
            <pc:docMk/>
            <pc:sldMk cId="0" sldId="268"/>
            <ac:spMk id="498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2:04.966" v="735"/>
          <ac:spMkLst>
            <pc:docMk/>
            <pc:sldMk cId="0" sldId="268"/>
            <ac:spMk id="499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2:04.966" v="736"/>
          <ac:spMkLst>
            <pc:docMk/>
            <pc:sldMk cId="0" sldId="268"/>
            <ac:spMk id="500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2:05.278" v="737"/>
          <ac:spMkLst>
            <pc:docMk/>
            <pc:sldMk cId="0" sldId="268"/>
            <ac:spMk id="501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19:17.007" v="119"/>
          <ac:spMkLst>
            <pc:docMk/>
            <pc:sldMk cId="0" sldId="268"/>
            <ac:spMk id="503" creationId="{00000000-0000-0000-0000-000000000000}"/>
          </ac:spMkLst>
        </pc:spChg>
      </pc:sldChg>
      <pc:sldChg chg="modSp">
        <pc:chgData name="Jobin Roy" userId="16bde385bbeffe0c" providerId="Windows Live" clId="Web-{68A2DF58-6718-4224-8B36-F66F45948EAA}" dt="2026-05-11T12:37:52.765" v="1005" actId="1076"/>
        <pc:sldMkLst>
          <pc:docMk/>
          <pc:sldMk cId="0" sldId="269"/>
        </pc:sldMkLst>
        <pc:spChg chg="mod">
          <ac:chgData name="Jobin Roy" userId="16bde385bbeffe0c" providerId="Windows Live" clId="Web-{68A2DF58-6718-4224-8B36-F66F45948EAA}" dt="2026-05-11T07:52:01.201" v="862"/>
          <ac:spMkLst>
            <pc:docMk/>
            <pc:sldMk cId="0" sldId="269"/>
            <ac:spMk id="516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12:37:52.765" v="1005" actId="1076"/>
          <ac:spMkLst>
            <pc:docMk/>
            <pc:sldMk cId="0" sldId="269"/>
            <ac:spMk id="526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52:01.232" v="863"/>
          <ac:spMkLst>
            <pc:docMk/>
            <pc:sldMk cId="0" sldId="269"/>
            <ac:spMk id="536" creationId="{00000000-0000-0000-0000-000000000000}"/>
          </ac:spMkLst>
        </pc:spChg>
        <pc:picChg chg="mod">
          <ac:chgData name="Jobin Roy" userId="16bde385bbeffe0c" providerId="Windows Live" clId="Web-{68A2DF58-6718-4224-8B36-F66F45948EAA}" dt="2026-05-11T07:51:50.685" v="861" actId="1076"/>
          <ac:picMkLst>
            <pc:docMk/>
            <pc:sldMk cId="0" sldId="269"/>
            <ac:picMk id="555" creationId="{00000000-0000-0000-0000-000000000000}"/>
          </ac:picMkLst>
        </pc:picChg>
      </pc:sldChg>
      <pc:sldChg chg="modSp">
        <pc:chgData name="Jobin Roy" userId="16bde385bbeffe0c" providerId="Windows Live" clId="Web-{68A2DF58-6718-4224-8B36-F66F45948EAA}" dt="2026-05-11T07:56:03.688" v="866"/>
        <pc:sldMkLst>
          <pc:docMk/>
          <pc:sldMk cId="0" sldId="270"/>
        </pc:sldMkLst>
        <pc:spChg chg="mod">
          <ac:chgData name="Jobin Roy" userId="16bde385bbeffe0c" providerId="Windows Live" clId="Web-{68A2DF58-6718-4224-8B36-F66F45948EAA}" dt="2026-05-11T07:56:03.688" v="866"/>
          <ac:spMkLst>
            <pc:docMk/>
            <pc:sldMk cId="0" sldId="270"/>
            <ac:spMk id="564" creationId="{00000000-0000-0000-0000-000000000000}"/>
          </ac:spMkLst>
        </pc:spChg>
      </pc:sldChg>
      <pc:sldChg chg="modSp">
        <pc:chgData name="Jobin Roy" userId="16bde385bbeffe0c" providerId="Windows Live" clId="Web-{68A2DF58-6718-4224-8B36-F66F45948EAA}" dt="2026-05-11T07:56:31.563" v="868"/>
        <pc:sldMkLst>
          <pc:docMk/>
          <pc:sldMk cId="0" sldId="275"/>
        </pc:sldMkLst>
        <pc:spChg chg="mod">
          <ac:chgData name="Jobin Roy" userId="16bde385bbeffe0c" providerId="Windows Live" clId="Web-{68A2DF58-6718-4224-8B36-F66F45948EAA}" dt="2026-05-11T07:56:31.563" v="868"/>
          <ac:spMkLst>
            <pc:docMk/>
            <pc:sldMk cId="0" sldId="275"/>
            <ac:spMk id="778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2:33.389" v="739"/>
          <ac:spMkLst>
            <pc:docMk/>
            <pc:sldMk cId="0" sldId="275"/>
            <ac:spMk id="782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2:33.389" v="740"/>
          <ac:spMkLst>
            <pc:docMk/>
            <pc:sldMk cId="0" sldId="275"/>
            <ac:spMk id="785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2:33.420" v="741"/>
          <ac:spMkLst>
            <pc:docMk/>
            <pc:sldMk cId="0" sldId="275"/>
            <ac:spMk id="788" creationId="{00000000-0000-0000-0000-000000000000}"/>
          </ac:spMkLst>
        </pc:spChg>
      </pc:sldChg>
      <pc:sldChg chg="modSp">
        <pc:chgData name="Jobin Roy" userId="16bde385bbeffe0c" providerId="Windows Live" clId="Web-{68A2DF58-6718-4224-8B36-F66F45948EAA}" dt="2026-05-11T07:56:40.251" v="869"/>
        <pc:sldMkLst>
          <pc:docMk/>
          <pc:sldMk cId="0" sldId="276"/>
        </pc:sldMkLst>
        <pc:spChg chg="mod">
          <ac:chgData name="Jobin Roy" userId="16bde385bbeffe0c" providerId="Windows Live" clId="Web-{68A2DF58-6718-4224-8B36-F66F45948EAA}" dt="2026-05-11T07:56:40.251" v="869"/>
          <ac:spMkLst>
            <pc:docMk/>
            <pc:sldMk cId="0" sldId="276"/>
            <ac:spMk id="802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2:48.311" v="743"/>
          <ac:spMkLst>
            <pc:docMk/>
            <pc:sldMk cId="0" sldId="276"/>
            <ac:spMk id="806" creationId="{00000000-0000-0000-0000-000000000000}"/>
          </ac:spMkLst>
        </pc:spChg>
      </pc:sldChg>
      <pc:sldChg chg="modSp">
        <pc:chgData name="Jobin Roy" userId="16bde385bbeffe0c" providerId="Windows Live" clId="Web-{68A2DF58-6718-4224-8B36-F66F45948EAA}" dt="2026-05-11T07:56:44.845" v="870"/>
        <pc:sldMkLst>
          <pc:docMk/>
          <pc:sldMk cId="0" sldId="277"/>
        </pc:sldMkLst>
        <pc:spChg chg="mod">
          <ac:chgData name="Jobin Roy" userId="16bde385bbeffe0c" providerId="Windows Live" clId="Web-{68A2DF58-6718-4224-8B36-F66F45948EAA}" dt="2026-05-11T07:56:44.845" v="870"/>
          <ac:spMkLst>
            <pc:docMk/>
            <pc:sldMk cId="0" sldId="277"/>
            <ac:spMk id="821" creationId="{00000000-0000-0000-0000-000000000000}"/>
          </ac:spMkLst>
        </pc:spChg>
      </pc:sldChg>
      <pc:sldChg chg="modSp">
        <pc:chgData name="Jobin Roy" userId="16bde385bbeffe0c" providerId="Windows Live" clId="Web-{68A2DF58-6718-4224-8B36-F66F45948EAA}" dt="2026-05-11T07:56:50.407" v="871"/>
        <pc:sldMkLst>
          <pc:docMk/>
          <pc:sldMk cId="0" sldId="279"/>
        </pc:sldMkLst>
        <pc:spChg chg="mod">
          <ac:chgData name="Jobin Roy" userId="16bde385bbeffe0c" providerId="Windows Live" clId="Web-{68A2DF58-6718-4224-8B36-F66F45948EAA}" dt="2026-05-11T07:56:50.407" v="871"/>
          <ac:spMkLst>
            <pc:docMk/>
            <pc:sldMk cId="0" sldId="279"/>
            <ac:spMk id="868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5:40.846" v="746"/>
          <ac:spMkLst>
            <pc:docMk/>
            <pc:sldMk cId="0" sldId="279"/>
            <ac:spMk id="872" creationId="{00000000-0000-0000-0000-000000000000}"/>
          </ac:spMkLst>
        </pc:spChg>
      </pc:sldChg>
      <pc:sldChg chg="modSp">
        <pc:chgData name="Jobin Roy" userId="16bde385bbeffe0c" providerId="Windows Live" clId="Web-{68A2DF58-6718-4224-8B36-F66F45948EAA}" dt="2026-05-11T07:56:55.610" v="872"/>
        <pc:sldMkLst>
          <pc:docMk/>
          <pc:sldMk cId="0" sldId="280"/>
        </pc:sldMkLst>
        <pc:spChg chg="mod">
          <ac:chgData name="Jobin Roy" userId="16bde385bbeffe0c" providerId="Windows Live" clId="Web-{68A2DF58-6718-4224-8B36-F66F45948EAA}" dt="2026-05-11T07:56:55.610" v="872"/>
          <ac:spMkLst>
            <pc:docMk/>
            <pc:sldMk cId="0" sldId="280"/>
            <ac:spMk id="888" creationId="{00000000-0000-0000-0000-000000000000}"/>
          </ac:spMkLst>
        </pc:spChg>
      </pc:sldChg>
      <pc:sldChg chg="modSp">
        <pc:chgData name="Jobin Roy" userId="16bde385bbeffe0c" providerId="Windows Live" clId="Web-{68A2DF58-6718-4224-8B36-F66F45948EAA}" dt="2026-05-11T07:57:00.798" v="873"/>
        <pc:sldMkLst>
          <pc:docMk/>
          <pc:sldMk cId="0" sldId="282"/>
        </pc:sldMkLst>
        <pc:spChg chg="mod">
          <ac:chgData name="Jobin Roy" userId="16bde385bbeffe0c" providerId="Windows Live" clId="Web-{68A2DF58-6718-4224-8B36-F66F45948EAA}" dt="2026-05-11T07:57:00.798" v="873"/>
          <ac:spMkLst>
            <pc:docMk/>
            <pc:sldMk cId="0" sldId="282"/>
            <ac:spMk id="930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6:03.800" v="749"/>
          <ac:spMkLst>
            <pc:docMk/>
            <pc:sldMk cId="0" sldId="282"/>
            <ac:spMk id="934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6:03.831" v="750"/>
          <ac:spMkLst>
            <pc:docMk/>
            <pc:sldMk cId="0" sldId="282"/>
            <ac:spMk id="937" creationId="{00000000-0000-0000-0000-000000000000}"/>
          </ac:spMkLst>
        </pc:spChg>
      </pc:sldChg>
      <pc:sldChg chg="modSp">
        <pc:chgData name="Jobin Roy" userId="16bde385bbeffe0c" providerId="Windows Live" clId="Web-{68A2DF58-6718-4224-8B36-F66F45948EAA}" dt="2026-05-11T07:57:06.970" v="874"/>
        <pc:sldMkLst>
          <pc:docMk/>
          <pc:sldMk cId="0" sldId="283"/>
        </pc:sldMkLst>
        <pc:spChg chg="mod">
          <ac:chgData name="Jobin Roy" userId="16bde385bbeffe0c" providerId="Windows Live" clId="Web-{68A2DF58-6718-4224-8B36-F66F45948EAA}" dt="2026-05-11T07:57:06.970" v="874"/>
          <ac:spMkLst>
            <pc:docMk/>
            <pc:sldMk cId="0" sldId="283"/>
            <ac:spMk id="951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6:30.706" v="794"/>
          <ac:spMkLst>
            <pc:docMk/>
            <pc:sldMk cId="0" sldId="283"/>
            <ac:spMk id="953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6:30.706" v="795"/>
          <ac:spMkLst>
            <pc:docMk/>
            <pc:sldMk cId="0" sldId="283"/>
            <ac:spMk id="954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6:30.706" v="796"/>
          <ac:spMkLst>
            <pc:docMk/>
            <pc:sldMk cId="0" sldId="283"/>
            <ac:spMk id="955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6:30.706" v="797"/>
          <ac:spMkLst>
            <pc:docMk/>
            <pc:sldMk cId="0" sldId="283"/>
            <ac:spMk id="956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6:30.722" v="798"/>
          <ac:spMkLst>
            <pc:docMk/>
            <pc:sldMk cId="0" sldId="283"/>
            <ac:spMk id="957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6:30.722" v="799"/>
          <ac:spMkLst>
            <pc:docMk/>
            <pc:sldMk cId="0" sldId="283"/>
            <ac:spMk id="958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6:30.722" v="800"/>
          <ac:spMkLst>
            <pc:docMk/>
            <pc:sldMk cId="0" sldId="283"/>
            <ac:spMk id="959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6:30.722" v="801"/>
          <ac:spMkLst>
            <pc:docMk/>
            <pc:sldMk cId="0" sldId="283"/>
            <ac:spMk id="960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6:30.722" v="802"/>
          <ac:spMkLst>
            <pc:docMk/>
            <pc:sldMk cId="0" sldId="283"/>
            <ac:spMk id="961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6:30.722" v="803"/>
          <ac:spMkLst>
            <pc:docMk/>
            <pc:sldMk cId="0" sldId="283"/>
            <ac:spMk id="962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6:30.722" v="804"/>
          <ac:spMkLst>
            <pc:docMk/>
            <pc:sldMk cId="0" sldId="283"/>
            <ac:spMk id="963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6:30.722" v="805"/>
          <ac:spMkLst>
            <pc:docMk/>
            <pc:sldMk cId="0" sldId="283"/>
            <ac:spMk id="964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6:30.722" v="806"/>
          <ac:spMkLst>
            <pc:docMk/>
            <pc:sldMk cId="0" sldId="283"/>
            <ac:spMk id="965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6:30.722" v="807"/>
          <ac:spMkLst>
            <pc:docMk/>
            <pc:sldMk cId="0" sldId="283"/>
            <ac:spMk id="966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6:30.722" v="808"/>
          <ac:spMkLst>
            <pc:docMk/>
            <pc:sldMk cId="0" sldId="283"/>
            <ac:spMk id="967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6:30.722" v="809"/>
          <ac:spMkLst>
            <pc:docMk/>
            <pc:sldMk cId="0" sldId="283"/>
            <ac:spMk id="968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6:30.722" v="810"/>
          <ac:spMkLst>
            <pc:docMk/>
            <pc:sldMk cId="0" sldId="283"/>
            <ac:spMk id="969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6:30.722" v="811"/>
          <ac:spMkLst>
            <pc:docMk/>
            <pc:sldMk cId="0" sldId="283"/>
            <ac:spMk id="970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6:30.722" v="812"/>
          <ac:spMkLst>
            <pc:docMk/>
            <pc:sldMk cId="0" sldId="283"/>
            <ac:spMk id="971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6:30.722" v="813"/>
          <ac:spMkLst>
            <pc:docMk/>
            <pc:sldMk cId="0" sldId="283"/>
            <ac:spMk id="972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36:31.066" v="814"/>
          <ac:spMkLst>
            <pc:docMk/>
            <pc:sldMk cId="0" sldId="283"/>
            <ac:spMk id="973" creationId="{00000000-0000-0000-0000-000000000000}"/>
          </ac:spMkLst>
        </pc:spChg>
      </pc:sldChg>
      <pc:sldChg chg="delSp modSp ord">
        <pc:chgData name="Jobin Roy" userId="16bde385bbeffe0c" providerId="Windows Live" clId="Web-{68A2DF58-6718-4224-8B36-F66F45948EAA}" dt="2026-05-11T08:00:18.424" v="923"/>
        <pc:sldMkLst>
          <pc:docMk/>
          <pc:sldMk cId="0" sldId="284"/>
        </pc:sldMkLst>
        <pc:spChg chg="mod">
          <ac:chgData name="Jobin Roy" userId="16bde385bbeffe0c" providerId="Windows Live" clId="Web-{68A2DF58-6718-4224-8B36-F66F45948EAA}" dt="2026-05-11T08:00:18.424" v="923"/>
          <ac:spMkLst>
            <pc:docMk/>
            <pc:sldMk cId="0" sldId="284"/>
            <ac:spMk id="984" creationId="{00000000-0000-0000-0000-000000000000}"/>
          </ac:spMkLst>
        </pc:spChg>
        <pc:spChg chg="del">
          <ac:chgData name="Jobin Roy" userId="16bde385bbeffe0c" providerId="Windows Live" clId="Web-{68A2DF58-6718-4224-8B36-F66F45948EAA}" dt="2026-05-11T08:00:12.362" v="922"/>
          <ac:spMkLst>
            <pc:docMk/>
            <pc:sldMk cId="0" sldId="284"/>
            <ac:spMk id="985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57:57.767" v="899"/>
          <ac:spMkLst>
            <pc:docMk/>
            <pc:sldMk cId="0" sldId="284"/>
            <ac:spMk id="987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59:22.143" v="906"/>
          <ac:spMkLst>
            <pc:docMk/>
            <pc:sldMk cId="0" sldId="284"/>
            <ac:spMk id="988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57:57.767" v="900"/>
          <ac:spMkLst>
            <pc:docMk/>
            <pc:sldMk cId="0" sldId="284"/>
            <ac:spMk id="990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59:53.284" v="912" actId="20577"/>
          <ac:spMkLst>
            <pc:docMk/>
            <pc:sldMk cId="0" sldId="284"/>
            <ac:spMk id="991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57:57.814" v="901"/>
          <ac:spMkLst>
            <pc:docMk/>
            <pc:sldMk cId="0" sldId="284"/>
            <ac:spMk id="993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8:00:01.409" v="920" actId="20577"/>
          <ac:spMkLst>
            <pc:docMk/>
            <pc:sldMk cId="0" sldId="284"/>
            <ac:spMk id="994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8:00:06.081" v="921"/>
          <ac:spMkLst>
            <pc:docMk/>
            <pc:sldMk cId="0" sldId="284"/>
            <ac:spMk id="995" creationId="{00000000-0000-0000-0000-000000000000}"/>
          </ac:spMkLst>
        </pc:spChg>
      </pc:sldChg>
      <pc:sldChg chg="delSp modSp">
        <pc:chgData name="Jobin Roy" userId="16bde385bbeffe0c" providerId="Windows Live" clId="Web-{68A2DF58-6718-4224-8B36-F66F45948EAA}" dt="2026-05-11T07:57:32.080" v="896"/>
        <pc:sldMkLst>
          <pc:docMk/>
          <pc:sldMk cId="0" sldId="285"/>
        </pc:sldMkLst>
        <pc:spChg chg="mod">
          <ac:chgData name="Jobin Roy" userId="16bde385bbeffe0c" providerId="Windows Live" clId="Web-{68A2DF58-6718-4224-8B36-F66F45948EAA}" dt="2026-05-11T07:57:25.126" v="891"/>
          <ac:spMkLst>
            <pc:docMk/>
            <pc:sldMk cId="0" sldId="285"/>
            <ac:spMk id="1007" creationId="{00000000-0000-0000-0000-000000000000}"/>
          </ac:spMkLst>
        </pc:spChg>
        <pc:spChg chg="del mod">
          <ac:chgData name="Jobin Roy" userId="16bde385bbeffe0c" providerId="Windows Live" clId="Web-{68A2DF58-6718-4224-8B36-F66F45948EAA}" dt="2026-05-11T07:57:32.080" v="896"/>
          <ac:spMkLst>
            <pc:docMk/>
            <pc:sldMk cId="0" sldId="285"/>
            <ac:spMk id="1008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57:20.876" v="877"/>
          <ac:spMkLst>
            <pc:docMk/>
            <pc:sldMk cId="0" sldId="285"/>
            <ac:spMk id="1009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57:25.126" v="892"/>
          <ac:spMkLst>
            <pc:docMk/>
            <pc:sldMk cId="0" sldId="285"/>
            <ac:spMk id="1010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57:20.892" v="879"/>
          <ac:spMkLst>
            <pc:docMk/>
            <pc:sldMk cId="0" sldId="285"/>
            <ac:spMk id="1011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57:25.126" v="893"/>
          <ac:spMkLst>
            <pc:docMk/>
            <pc:sldMk cId="0" sldId="285"/>
            <ac:spMk id="1012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57:20.892" v="881"/>
          <ac:spMkLst>
            <pc:docMk/>
            <pc:sldMk cId="0" sldId="285"/>
            <ac:spMk id="1013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57:25.126" v="894"/>
          <ac:spMkLst>
            <pc:docMk/>
            <pc:sldMk cId="0" sldId="285"/>
            <ac:spMk id="1014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57:20.892" v="883"/>
          <ac:spMkLst>
            <pc:docMk/>
            <pc:sldMk cId="0" sldId="285"/>
            <ac:spMk id="1015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57:25.189" v="895"/>
          <ac:spMkLst>
            <pc:docMk/>
            <pc:sldMk cId="0" sldId="285"/>
            <ac:spMk id="1016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57:20.892" v="885"/>
          <ac:spMkLst>
            <pc:docMk/>
            <pc:sldMk cId="0" sldId="285"/>
            <ac:spMk id="1017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57:20.892" v="886"/>
          <ac:spMkLst>
            <pc:docMk/>
            <pc:sldMk cId="0" sldId="285"/>
            <ac:spMk id="1018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57:20.892" v="887"/>
          <ac:spMkLst>
            <pc:docMk/>
            <pc:sldMk cId="0" sldId="285"/>
            <ac:spMk id="1019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57:20.892" v="888"/>
          <ac:spMkLst>
            <pc:docMk/>
            <pc:sldMk cId="0" sldId="285"/>
            <ac:spMk id="1020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57:20.908" v="889"/>
          <ac:spMkLst>
            <pc:docMk/>
            <pc:sldMk cId="0" sldId="285"/>
            <ac:spMk id="1021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57:21.267" v="890"/>
          <ac:spMkLst>
            <pc:docMk/>
            <pc:sldMk cId="0" sldId="285"/>
            <ac:spMk id="1022" creationId="{00000000-0000-0000-0000-000000000000}"/>
          </ac:spMkLst>
        </pc:spChg>
      </pc:sldChg>
      <pc:sldChg chg="modSp">
        <pc:chgData name="Jobin Roy" userId="16bde385bbeffe0c" providerId="Windows Live" clId="Web-{68A2DF58-6718-4224-8B36-F66F45948EAA}" dt="2026-05-11T07:57:43.986" v="897"/>
        <pc:sldMkLst>
          <pc:docMk/>
          <pc:sldMk cId="0" sldId="286"/>
        </pc:sldMkLst>
        <pc:spChg chg="mod">
          <ac:chgData name="Jobin Roy" userId="16bde385bbeffe0c" providerId="Windows Live" clId="Web-{68A2DF58-6718-4224-8B36-F66F45948EAA}" dt="2026-05-11T07:57:43.986" v="897"/>
          <ac:spMkLst>
            <pc:docMk/>
            <pc:sldMk cId="0" sldId="286"/>
            <ac:spMk id="1033" creationId="{00000000-0000-0000-0000-000000000000}"/>
          </ac:spMkLst>
        </pc:spChg>
      </pc:sldChg>
      <pc:sldChg chg="modSp">
        <pc:chgData name="Jobin Roy" userId="16bde385bbeffe0c" providerId="Windows Live" clId="Web-{68A2DF58-6718-4224-8B36-F66F45948EAA}" dt="2026-05-11T07:58:08.345" v="903"/>
        <pc:sldMkLst>
          <pc:docMk/>
          <pc:sldMk cId="0" sldId="287"/>
        </pc:sldMkLst>
        <pc:spChg chg="mod">
          <ac:chgData name="Jobin Roy" userId="16bde385bbeffe0c" providerId="Windows Live" clId="Web-{68A2DF58-6718-4224-8B36-F66F45948EAA}" dt="2026-05-11T07:58:08.330" v="902"/>
          <ac:spMkLst>
            <pc:docMk/>
            <pc:sldMk cId="0" sldId="287"/>
            <ac:spMk id="1046" creationId="{00000000-0000-0000-0000-000000000000}"/>
          </ac:spMkLst>
        </pc:spChg>
        <pc:spChg chg="mod">
          <ac:chgData name="Jobin Roy" userId="16bde385bbeffe0c" providerId="Windows Live" clId="Web-{68A2DF58-6718-4224-8B36-F66F45948EAA}" dt="2026-05-11T07:58:08.345" v="903"/>
          <ac:spMkLst>
            <pc:docMk/>
            <pc:sldMk cId="0" sldId="287"/>
            <ac:spMk id="1047" creationId="{00000000-0000-0000-0000-000000000000}"/>
          </ac:spMkLst>
        </pc:spChg>
      </pc:sldChg>
      <pc:sldChg chg="addSp delSp modSp add ord replId">
        <pc:chgData name="Jobin Roy" userId="16bde385bbeffe0c" providerId="Windows Live" clId="Web-{68A2DF58-6718-4224-8B36-F66F45948EAA}" dt="2026-05-11T07:28:50.559" v="486" actId="1076"/>
        <pc:sldMkLst>
          <pc:docMk/>
          <pc:sldMk cId="953737383" sldId="288"/>
        </pc:sldMkLst>
        <pc:spChg chg="del">
          <ac:chgData name="Jobin Roy" userId="16bde385bbeffe0c" providerId="Windows Live" clId="Web-{68A2DF58-6718-4224-8B36-F66F45948EAA}" dt="2026-05-11T07:27:33.605" v="482"/>
          <ac:spMkLst>
            <pc:docMk/>
            <pc:sldMk cId="953737383" sldId="288"/>
            <ac:spMk id="328" creationId="{3637ABAC-FAC2-A613-6B02-46AD5EF20AD0}"/>
          </ac:spMkLst>
        </pc:spChg>
        <pc:spChg chg="del">
          <ac:chgData name="Jobin Roy" userId="16bde385bbeffe0c" providerId="Windows Live" clId="Web-{68A2DF58-6718-4224-8B36-F66F45948EAA}" dt="2026-05-11T07:27:33.605" v="481"/>
          <ac:spMkLst>
            <pc:docMk/>
            <pc:sldMk cId="953737383" sldId="288"/>
            <ac:spMk id="329" creationId="{98AEB913-7127-004B-D38A-A1D92C323B0D}"/>
          </ac:spMkLst>
        </pc:spChg>
        <pc:spChg chg="del">
          <ac:chgData name="Jobin Roy" userId="16bde385bbeffe0c" providerId="Windows Live" clId="Web-{68A2DF58-6718-4224-8B36-F66F45948EAA}" dt="2026-05-11T07:27:33.605" v="480"/>
          <ac:spMkLst>
            <pc:docMk/>
            <pc:sldMk cId="953737383" sldId="288"/>
            <ac:spMk id="331" creationId="{3456A948-F045-F232-9E01-033345289838}"/>
          </ac:spMkLst>
        </pc:spChg>
        <pc:spChg chg="del">
          <ac:chgData name="Jobin Roy" userId="16bde385bbeffe0c" providerId="Windows Live" clId="Web-{68A2DF58-6718-4224-8B36-F66F45948EAA}" dt="2026-05-11T07:27:33.605" v="479"/>
          <ac:spMkLst>
            <pc:docMk/>
            <pc:sldMk cId="953737383" sldId="288"/>
            <ac:spMk id="332" creationId="{C6FC85FE-07C7-5C7F-D5C4-2833027CA84C}"/>
          </ac:spMkLst>
        </pc:spChg>
        <pc:spChg chg="del">
          <ac:chgData name="Jobin Roy" userId="16bde385bbeffe0c" providerId="Windows Live" clId="Web-{68A2DF58-6718-4224-8B36-F66F45948EAA}" dt="2026-05-11T07:27:33.605" v="478"/>
          <ac:spMkLst>
            <pc:docMk/>
            <pc:sldMk cId="953737383" sldId="288"/>
            <ac:spMk id="334" creationId="{423DD242-B9DA-FE7C-9421-5144EDE8EB29}"/>
          </ac:spMkLst>
        </pc:spChg>
        <pc:spChg chg="del">
          <ac:chgData name="Jobin Roy" userId="16bde385bbeffe0c" providerId="Windows Live" clId="Web-{68A2DF58-6718-4224-8B36-F66F45948EAA}" dt="2026-05-11T07:27:33.605" v="477"/>
          <ac:spMkLst>
            <pc:docMk/>
            <pc:sldMk cId="953737383" sldId="288"/>
            <ac:spMk id="335" creationId="{AC582280-04DD-9B0D-6380-B35261456A3B}"/>
          </ac:spMkLst>
        </pc:spChg>
        <pc:spChg chg="del">
          <ac:chgData name="Jobin Roy" userId="16bde385bbeffe0c" providerId="Windows Live" clId="Web-{68A2DF58-6718-4224-8B36-F66F45948EAA}" dt="2026-05-11T07:27:33.605" v="476"/>
          <ac:spMkLst>
            <pc:docMk/>
            <pc:sldMk cId="953737383" sldId="288"/>
            <ac:spMk id="337" creationId="{2E6D8EBF-2FD4-D1A0-FD31-32390E833C5B}"/>
          </ac:spMkLst>
        </pc:spChg>
        <pc:spChg chg="del">
          <ac:chgData name="Jobin Roy" userId="16bde385bbeffe0c" providerId="Windows Live" clId="Web-{68A2DF58-6718-4224-8B36-F66F45948EAA}" dt="2026-05-11T07:27:33.605" v="475"/>
          <ac:spMkLst>
            <pc:docMk/>
            <pc:sldMk cId="953737383" sldId="288"/>
            <ac:spMk id="338" creationId="{D9B00ABF-5579-1B8A-FB86-69FB2566E754}"/>
          </ac:spMkLst>
        </pc:spChg>
        <pc:spChg chg="del">
          <ac:chgData name="Jobin Roy" userId="16bde385bbeffe0c" providerId="Windows Live" clId="Web-{68A2DF58-6718-4224-8B36-F66F45948EAA}" dt="2026-05-11T07:27:33.605" v="474"/>
          <ac:spMkLst>
            <pc:docMk/>
            <pc:sldMk cId="953737383" sldId="288"/>
            <ac:spMk id="340" creationId="{468C5E76-24ED-DB73-67FE-01BFAE4BB6EF}"/>
          </ac:spMkLst>
        </pc:spChg>
        <pc:spChg chg="del">
          <ac:chgData name="Jobin Roy" userId="16bde385bbeffe0c" providerId="Windows Live" clId="Web-{68A2DF58-6718-4224-8B36-F66F45948EAA}" dt="2026-05-11T07:27:33.605" v="473"/>
          <ac:spMkLst>
            <pc:docMk/>
            <pc:sldMk cId="953737383" sldId="288"/>
            <ac:spMk id="341" creationId="{35A4BD44-1A1F-C71E-088D-2C25B2521753}"/>
          </ac:spMkLst>
        </pc:spChg>
        <pc:spChg chg="del">
          <ac:chgData name="Jobin Roy" userId="16bde385bbeffe0c" providerId="Windows Live" clId="Web-{68A2DF58-6718-4224-8B36-F66F45948EAA}" dt="2026-05-11T07:27:33.605" v="472"/>
          <ac:spMkLst>
            <pc:docMk/>
            <pc:sldMk cId="953737383" sldId="288"/>
            <ac:spMk id="343" creationId="{491918EF-BC8E-8211-5FD7-86A50CA8FDA9}"/>
          </ac:spMkLst>
        </pc:spChg>
        <pc:spChg chg="del">
          <ac:chgData name="Jobin Roy" userId="16bde385bbeffe0c" providerId="Windows Live" clId="Web-{68A2DF58-6718-4224-8B36-F66F45948EAA}" dt="2026-05-11T07:27:33.605" v="471"/>
          <ac:spMkLst>
            <pc:docMk/>
            <pc:sldMk cId="953737383" sldId="288"/>
            <ac:spMk id="344" creationId="{B8C7A84B-8EE7-1013-526E-ACE63A414BBF}"/>
          </ac:spMkLst>
        </pc:spChg>
        <pc:spChg chg="del">
          <ac:chgData name="Jobin Roy" userId="16bde385bbeffe0c" providerId="Windows Live" clId="Web-{68A2DF58-6718-4224-8B36-F66F45948EAA}" dt="2026-05-11T07:27:33.605" v="470"/>
          <ac:spMkLst>
            <pc:docMk/>
            <pc:sldMk cId="953737383" sldId="288"/>
            <ac:spMk id="346" creationId="{456D37F6-254B-4397-D2A6-ED0D5103609D}"/>
          </ac:spMkLst>
        </pc:spChg>
        <pc:spChg chg="del">
          <ac:chgData name="Jobin Roy" userId="16bde385bbeffe0c" providerId="Windows Live" clId="Web-{68A2DF58-6718-4224-8B36-F66F45948EAA}" dt="2026-05-11T07:27:33.605" v="469"/>
          <ac:spMkLst>
            <pc:docMk/>
            <pc:sldMk cId="953737383" sldId="288"/>
            <ac:spMk id="347" creationId="{DC00F7CF-7CCA-25D6-E631-67D1F1385BB4}"/>
          </ac:spMkLst>
        </pc:spChg>
        <pc:spChg chg="del">
          <ac:chgData name="Jobin Roy" userId="16bde385bbeffe0c" providerId="Windows Live" clId="Web-{68A2DF58-6718-4224-8B36-F66F45948EAA}" dt="2026-05-11T07:27:33.605" v="468"/>
          <ac:spMkLst>
            <pc:docMk/>
            <pc:sldMk cId="953737383" sldId="288"/>
            <ac:spMk id="348" creationId="{3963686F-C8A7-2823-F623-9289BECF4078}"/>
          </ac:spMkLst>
        </pc:spChg>
        <pc:spChg chg="del">
          <ac:chgData name="Jobin Roy" userId="16bde385bbeffe0c" providerId="Windows Live" clId="Web-{68A2DF58-6718-4224-8B36-F66F45948EAA}" dt="2026-05-11T07:27:33.605" v="467"/>
          <ac:spMkLst>
            <pc:docMk/>
            <pc:sldMk cId="953737383" sldId="288"/>
            <ac:spMk id="349" creationId="{BE95F315-32C3-C7AC-667A-917C13EE7A56}"/>
          </ac:spMkLst>
        </pc:spChg>
        <pc:spChg chg="del">
          <ac:chgData name="Jobin Roy" userId="16bde385bbeffe0c" providerId="Windows Live" clId="Web-{68A2DF58-6718-4224-8B36-F66F45948EAA}" dt="2026-05-11T07:27:33.605" v="466"/>
          <ac:spMkLst>
            <pc:docMk/>
            <pc:sldMk cId="953737383" sldId="288"/>
            <ac:spMk id="350" creationId="{2F712E5E-6F7A-A58E-2DE7-FCE71A6EC3DD}"/>
          </ac:spMkLst>
        </pc:spChg>
        <pc:spChg chg="del">
          <ac:chgData name="Jobin Roy" userId="16bde385bbeffe0c" providerId="Windows Live" clId="Web-{68A2DF58-6718-4224-8B36-F66F45948EAA}" dt="2026-05-11T07:27:33.605" v="465"/>
          <ac:spMkLst>
            <pc:docMk/>
            <pc:sldMk cId="953737383" sldId="288"/>
            <ac:spMk id="351" creationId="{60BB4B7A-827A-10AD-B55E-9A14C82743AA}"/>
          </ac:spMkLst>
        </pc:spChg>
        <pc:spChg chg="del">
          <ac:chgData name="Jobin Roy" userId="16bde385bbeffe0c" providerId="Windows Live" clId="Web-{68A2DF58-6718-4224-8B36-F66F45948EAA}" dt="2026-05-11T07:27:33.605" v="464"/>
          <ac:spMkLst>
            <pc:docMk/>
            <pc:sldMk cId="953737383" sldId="288"/>
            <ac:spMk id="352" creationId="{241A7E45-B1DB-303F-14B4-D980FEEDCAD3}"/>
          </ac:spMkLst>
        </pc:spChg>
        <pc:spChg chg="del">
          <ac:chgData name="Jobin Roy" userId="16bde385bbeffe0c" providerId="Windows Live" clId="Web-{68A2DF58-6718-4224-8B36-F66F45948EAA}" dt="2026-05-11T07:27:33.605" v="463"/>
          <ac:spMkLst>
            <pc:docMk/>
            <pc:sldMk cId="953737383" sldId="288"/>
            <ac:spMk id="353" creationId="{09ABD7EF-B00B-940D-7005-E9F41D1BAA4E}"/>
          </ac:spMkLst>
        </pc:spChg>
        <pc:spChg chg="del">
          <ac:chgData name="Jobin Roy" userId="16bde385bbeffe0c" providerId="Windows Live" clId="Web-{68A2DF58-6718-4224-8B36-F66F45948EAA}" dt="2026-05-11T07:27:33.605" v="462"/>
          <ac:spMkLst>
            <pc:docMk/>
            <pc:sldMk cId="953737383" sldId="288"/>
            <ac:spMk id="355" creationId="{68EEE0B2-C9E2-CA8D-7375-A50D7D8FF30E}"/>
          </ac:spMkLst>
        </pc:spChg>
        <pc:spChg chg="del">
          <ac:chgData name="Jobin Roy" userId="16bde385bbeffe0c" providerId="Windows Live" clId="Web-{68A2DF58-6718-4224-8B36-F66F45948EAA}" dt="2026-05-11T07:27:33.605" v="461"/>
          <ac:spMkLst>
            <pc:docMk/>
            <pc:sldMk cId="953737383" sldId="288"/>
            <ac:spMk id="356" creationId="{5FE48024-26F3-7C9F-1378-DB2D50BCECDB}"/>
          </ac:spMkLst>
        </pc:spChg>
        <pc:spChg chg="del">
          <ac:chgData name="Jobin Roy" userId="16bde385bbeffe0c" providerId="Windows Live" clId="Web-{68A2DF58-6718-4224-8B36-F66F45948EAA}" dt="2026-05-11T07:27:30.902" v="448"/>
          <ac:spMkLst>
            <pc:docMk/>
            <pc:sldMk cId="953737383" sldId="288"/>
            <ac:spMk id="358" creationId="{933154B6-FA1C-3816-C59C-9065645BDD14}"/>
          </ac:spMkLst>
        </pc:spChg>
        <pc:spChg chg="del">
          <ac:chgData name="Jobin Roy" userId="16bde385bbeffe0c" providerId="Windows Live" clId="Web-{68A2DF58-6718-4224-8B36-F66F45948EAA}" dt="2026-05-11T07:27:33.605" v="460"/>
          <ac:spMkLst>
            <pc:docMk/>
            <pc:sldMk cId="953737383" sldId="288"/>
            <ac:spMk id="359" creationId="{7A10C8C4-42AA-47D4-BA0F-17DC58B40AE1}"/>
          </ac:spMkLst>
        </pc:spChg>
        <pc:spChg chg="del">
          <ac:chgData name="Jobin Roy" userId="16bde385bbeffe0c" providerId="Windows Live" clId="Web-{68A2DF58-6718-4224-8B36-F66F45948EAA}" dt="2026-05-11T07:27:33.605" v="459"/>
          <ac:spMkLst>
            <pc:docMk/>
            <pc:sldMk cId="953737383" sldId="288"/>
            <ac:spMk id="360" creationId="{7A4A5788-855F-AD39-03F3-F4678AF7E0B8}"/>
          </ac:spMkLst>
        </pc:spChg>
        <pc:spChg chg="del">
          <ac:chgData name="Jobin Roy" userId="16bde385bbeffe0c" providerId="Windows Live" clId="Web-{68A2DF58-6718-4224-8B36-F66F45948EAA}" dt="2026-05-11T07:27:33.605" v="458"/>
          <ac:spMkLst>
            <pc:docMk/>
            <pc:sldMk cId="953737383" sldId="288"/>
            <ac:spMk id="362" creationId="{025B3E26-264A-5442-0056-EF107D12F26B}"/>
          </ac:spMkLst>
        </pc:spChg>
        <pc:spChg chg="del">
          <ac:chgData name="Jobin Roy" userId="16bde385bbeffe0c" providerId="Windows Live" clId="Web-{68A2DF58-6718-4224-8B36-F66F45948EAA}" dt="2026-05-11T07:27:33.605" v="457"/>
          <ac:spMkLst>
            <pc:docMk/>
            <pc:sldMk cId="953737383" sldId="288"/>
            <ac:spMk id="363" creationId="{82C7C566-9815-F6B7-712A-549DCFBD9BA8}"/>
          </ac:spMkLst>
        </pc:spChg>
        <pc:spChg chg="del">
          <ac:chgData name="Jobin Roy" userId="16bde385bbeffe0c" providerId="Windows Live" clId="Web-{68A2DF58-6718-4224-8B36-F66F45948EAA}" dt="2026-05-11T07:27:33.605" v="456"/>
          <ac:spMkLst>
            <pc:docMk/>
            <pc:sldMk cId="953737383" sldId="288"/>
            <ac:spMk id="365" creationId="{D9B17652-0005-3113-43DB-C9DF1F0F94B6}"/>
          </ac:spMkLst>
        </pc:spChg>
        <pc:spChg chg="del">
          <ac:chgData name="Jobin Roy" userId="16bde385bbeffe0c" providerId="Windows Live" clId="Web-{68A2DF58-6718-4224-8B36-F66F45948EAA}" dt="2026-05-11T07:27:33.605" v="455"/>
          <ac:spMkLst>
            <pc:docMk/>
            <pc:sldMk cId="953737383" sldId="288"/>
            <ac:spMk id="366" creationId="{FFD76394-B07B-D539-FCF8-F27EB8B1C7F2}"/>
          </ac:spMkLst>
        </pc:spChg>
        <pc:spChg chg="del">
          <ac:chgData name="Jobin Roy" userId="16bde385bbeffe0c" providerId="Windows Live" clId="Web-{68A2DF58-6718-4224-8B36-F66F45948EAA}" dt="2026-05-11T07:27:33.605" v="454"/>
          <ac:spMkLst>
            <pc:docMk/>
            <pc:sldMk cId="953737383" sldId="288"/>
            <ac:spMk id="368" creationId="{E48C6E56-132D-0CA7-97DF-46C4408F50C9}"/>
          </ac:spMkLst>
        </pc:spChg>
        <pc:spChg chg="del">
          <ac:chgData name="Jobin Roy" userId="16bde385bbeffe0c" providerId="Windows Live" clId="Web-{68A2DF58-6718-4224-8B36-F66F45948EAA}" dt="2026-05-11T07:27:33.605" v="453"/>
          <ac:spMkLst>
            <pc:docMk/>
            <pc:sldMk cId="953737383" sldId="288"/>
            <ac:spMk id="369" creationId="{C1CDA5DE-A6A5-11A8-6C4B-1916D4769D69}"/>
          </ac:spMkLst>
        </pc:spChg>
        <pc:spChg chg="del">
          <ac:chgData name="Jobin Roy" userId="16bde385bbeffe0c" providerId="Windows Live" clId="Web-{68A2DF58-6718-4224-8B36-F66F45948EAA}" dt="2026-05-11T07:27:33.605" v="452"/>
          <ac:spMkLst>
            <pc:docMk/>
            <pc:sldMk cId="953737383" sldId="288"/>
            <ac:spMk id="371" creationId="{6AB11D58-1391-0DD4-C09D-5999104586BD}"/>
          </ac:spMkLst>
        </pc:spChg>
        <pc:spChg chg="del">
          <ac:chgData name="Jobin Roy" userId="16bde385bbeffe0c" providerId="Windows Live" clId="Web-{68A2DF58-6718-4224-8B36-F66F45948EAA}" dt="2026-05-11T07:27:33.605" v="451"/>
          <ac:spMkLst>
            <pc:docMk/>
            <pc:sldMk cId="953737383" sldId="288"/>
            <ac:spMk id="372" creationId="{BC901171-8DBF-10BF-1E63-ADDFA043C46F}"/>
          </ac:spMkLst>
        </pc:spChg>
        <pc:spChg chg="del">
          <ac:chgData name="Jobin Roy" userId="16bde385bbeffe0c" providerId="Windows Live" clId="Web-{68A2DF58-6718-4224-8B36-F66F45948EAA}" dt="2026-05-11T07:27:33.589" v="450"/>
          <ac:spMkLst>
            <pc:docMk/>
            <pc:sldMk cId="953737383" sldId="288"/>
            <ac:spMk id="373" creationId="{AF7FAAB5-6E06-B145-3084-668AB0D3730F}"/>
          </ac:spMkLst>
        </pc:spChg>
        <pc:spChg chg="del">
          <ac:chgData name="Jobin Roy" userId="16bde385bbeffe0c" providerId="Windows Live" clId="Web-{68A2DF58-6718-4224-8B36-F66F45948EAA}" dt="2026-05-11T07:27:33.589" v="449"/>
          <ac:spMkLst>
            <pc:docMk/>
            <pc:sldMk cId="953737383" sldId="288"/>
            <ac:spMk id="374" creationId="{1EE4C9E2-6C8F-4DFB-FCD6-EA3BC960CD5C}"/>
          </ac:spMkLst>
        </pc:spChg>
        <pc:picChg chg="add mod">
          <ac:chgData name="Jobin Roy" userId="16bde385bbeffe0c" providerId="Windows Live" clId="Web-{68A2DF58-6718-4224-8B36-F66F45948EAA}" dt="2026-05-11T07:28:50.559" v="486" actId="1076"/>
          <ac:picMkLst>
            <pc:docMk/>
            <pc:sldMk cId="953737383" sldId="288"/>
            <ac:picMk id="3" creationId="{F509D5C1-EF36-272E-08F6-399F2A0A82F4}"/>
          </ac:picMkLst>
        </pc:picChg>
        <pc:picChg chg="mod">
          <ac:chgData name="Jobin Roy" userId="16bde385bbeffe0c" providerId="Windows Live" clId="Web-{68A2DF58-6718-4224-8B36-F66F45948EAA}" dt="2026-05-11T07:27:36.605" v="483" actId="14100"/>
          <ac:picMkLst>
            <pc:docMk/>
            <pc:sldMk cId="953737383" sldId="288"/>
            <ac:picMk id="375" creationId="{28386A10-9716-71D3-3366-F3B6053A3CE8}"/>
          </ac:picMkLst>
        </pc:picChg>
      </pc:sldChg>
      <pc:sldChg chg="new del">
        <pc:chgData name="Jobin Roy" userId="16bde385bbeffe0c" providerId="Windows Live" clId="Web-{68A2DF58-6718-4224-8B36-F66F45948EAA}" dt="2026-05-11T07:27:20.246" v="445"/>
        <pc:sldMkLst>
          <pc:docMk/>
          <pc:sldMk cId="4144831787" sldId="288"/>
        </pc:sldMkLst>
      </pc:sldChg>
    </pc:docChg>
  </pc:docChgLst>
  <pc:docChgLst>
    <pc:chgData name="Mohammed Shifin" userId="dce11d155df743e4" providerId="Windows Live" clId="Web-{FE96D434-5D81-FC96-450E-F8FCC1984357}"/>
    <pc:docChg chg="modSld">
      <pc:chgData name="Mohammed Shifin" userId="dce11d155df743e4" providerId="Windows Live" clId="Web-{FE96D434-5D81-FC96-450E-F8FCC1984357}" dt="2026-05-11T12:15:12.588" v="30" actId="14100"/>
      <pc:docMkLst>
        <pc:docMk/>
      </pc:docMkLst>
      <pc:sldChg chg="modSp">
        <pc:chgData name="Mohammed Shifin" userId="dce11d155df743e4" providerId="Windows Live" clId="Web-{FE96D434-5D81-FC96-450E-F8FCC1984357}" dt="2026-05-11T12:13:41.961" v="18" actId="14100"/>
        <pc:sldMkLst>
          <pc:docMk/>
          <pc:sldMk cId="0" sldId="265"/>
        </pc:sldMkLst>
        <pc:picChg chg="mod">
          <ac:chgData name="Mohammed Shifin" userId="dce11d155df743e4" providerId="Windows Live" clId="Web-{FE96D434-5D81-FC96-450E-F8FCC1984357}" dt="2026-05-11T12:13:41.961" v="18" actId="14100"/>
          <ac:picMkLst>
            <pc:docMk/>
            <pc:sldMk cId="0" sldId="265"/>
            <ac:picMk id="375" creationId="{00000000-0000-0000-0000-000000000000}"/>
          </ac:picMkLst>
        </pc:picChg>
      </pc:sldChg>
      <pc:sldChg chg="addSp delSp modSp">
        <pc:chgData name="Mohammed Shifin" userId="dce11d155df743e4" providerId="Windows Live" clId="Web-{FE96D434-5D81-FC96-450E-F8FCC1984357}" dt="2026-05-11T11:13:50.381" v="15"/>
        <pc:sldMkLst>
          <pc:docMk/>
          <pc:sldMk cId="0" sldId="267"/>
        </pc:sldMkLst>
        <pc:spChg chg="del">
          <ac:chgData name="Mohammed Shifin" userId="dce11d155df743e4" providerId="Windows Live" clId="Web-{FE96D434-5D81-FC96-450E-F8FCC1984357}" dt="2026-05-11T11:12:55.316" v="8"/>
          <ac:spMkLst>
            <pc:docMk/>
            <pc:sldMk cId="0" sldId="267"/>
            <ac:spMk id="447" creationId="{00000000-0000-0000-0000-000000000000}"/>
          </ac:spMkLst>
        </pc:spChg>
        <pc:spChg chg="add del mod">
          <ac:chgData name="Mohammed Shifin" userId="dce11d155df743e4" providerId="Windows Live" clId="Web-{FE96D434-5D81-FC96-450E-F8FCC1984357}" dt="2026-05-11T11:13:04.442" v="9"/>
          <ac:spMkLst>
            <pc:docMk/>
            <pc:sldMk cId="0" sldId="267"/>
            <ac:spMk id="448" creationId="{00000000-0000-0000-0000-000000000000}"/>
          </ac:spMkLst>
        </pc:spChg>
        <pc:spChg chg="del">
          <ac:chgData name="Mohammed Shifin" userId="dce11d155df743e4" providerId="Windows Live" clId="Web-{FE96D434-5D81-FC96-450E-F8FCC1984357}" dt="2026-05-11T11:13:25.724" v="11"/>
          <ac:spMkLst>
            <pc:docMk/>
            <pc:sldMk cId="0" sldId="267"/>
            <ac:spMk id="452" creationId="{00000000-0000-0000-0000-000000000000}"/>
          </ac:spMkLst>
        </pc:spChg>
        <pc:spChg chg="del mod">
          <ac:chgData name="Mohammed Shifin" userId="dce11d155df743e4" providerId="Windows Live" clId="Web-{FE96D434-5D81-FC96-450E-F8FCC1984357}" dt="2026-05-11T11:13:18.020" v="10"/>
          <ac:spMkLst>
            <pc:docMk/>
            <pc:sldMk cId="0" sldId="267"/>
            <ac:spMk id="453" creationId="{00000000-0000-0000-0000-000000000000}"/>
          </ac:spMkLst>
        </pc:spChg>
        <pc:spChg chg="del">
          <ac:chgData name="Mohammed Shifin" userId="dce11d155df743e4" providerId="Windows Live" clId="Web-{FE96D434-5D81-FC96-450E-F8FCC1984357}" dt="2026-05-11T11:13:41.099" v="13"/>
          <ac:spMkLst>
            <pc:docMk/>
            <pc:sldMk cId="0" sldId="267"/>
            <ac:spMk id="457" creationId="{00000000-0000-0000-0000-000000000000}"/>
          </ac:spMkLst>
        </pc:spChg>
        <pc:spChg chg="del mod">
          <ac:chgData name="Mohammed Shifin" userId="dce11d155df743e4" providerId="Windows Live" clId="Web-{FE96D434-5D81-FC96-450E-F8FCC1984357}" dt="2026-05-11T11:13:38.787" v="12"/>
          <ac:spMkLst>
            <pc:docMk/>
            <pc:sldMk cId="0" sldId="267"/>
            <ac:spMk id="458" creationId="{00000000-0000-0000-0000-000000000000}"/>
          </ac:spMkLst>
        </pc:spChg>
        <pc:spChg chg="del">
          <ac:chgData name="Mohammed Shifin" userId="dce11d155df743e4" providerId="Windows Live" clId="Web-{FE96D434-5D81-FC96-450E-F8FCC1984357}" dt="2026-05-11T11:13:50.381" v="15"/>
          <ac:spMkLst>
            <pc:docMk/>
            <pc:sldMk cId="0" sldId="267"/>
            <ac:spMk id="462" creationId="{00000000-0000-0000-0000-000000000000}"/>
          </ac:spMkLst>
        </pc:spChg>
        <pc:spChg chg="del">
          <ac:chgData name="Mohammed Shifin" userId="dce11d155df743e4" providerId="Windows Live" clId="Web-{FE96D434-5D81-FC96-450E-F8FCC1984357}" dt="2026-05-11T11:13:50.381" v="14"/>
          <ac:spMkLst>
            <pc:docMk/>
            <pc:sldMk cId="0" sldId="267"/>
            <ac:spMk id="463" creationId="{00000000-0000-0000-0000-000000000000}"/>
          </ac:spMkLst>
        </pc:spChg>
      </pc:sldChg>
      <pc:sldChg chg="modSp">
        <pc:chgData name="Mohammed Shifin" userId="dce11d155df743e4" providerId="Windows Live" clId="Web-{FE96D434-5D81-FC96-450E-F8FCC1984357}" dt="2026-05-11T10:44:56.430" v="5" actId="1076"/>
        <pc:sldMkLst>
          <pc:docMk/>
          <pc:sldMk cId="0" sldId="275"/>
        </pc:sldMkLst>
        <pc:spChg chg="mod">
          <ac:chgData name="Mohammed Shifin" userId="dce11d155df743e4" providerId="Windows Live" clId="Web-{FE96D434-5D81-FC96-450E-F8FCC1984357}" dt="2026-05-11T10:44:56.430" v="5" actId="1076"/>
          <ac:spMkLst>
            <pc:docMk/>
            <pc:sldMk cId="0" sldId="275"/>
            <ac:spMk id="791" creationId="{00000000-0000-0000-0000-000000000000}"/>
          </ac:spMkLst>
        </pc:spChg>
      </pc:sldChg>
      <pc:sldChg chg="modSp">
        <pc:chgData name="Mohammed Shifin" userId="dce11d155df743e4" providerId="Windows Live" clId="Web-{FE96D434-5D81-FC96-450E-F8FCC1984357}" dt="2026-05-11T12:15:12.588" v="30" actId="14100"/>
        <pc:sldMkLst>
          <pc:docMk/>
          <pc:sldMk cId="0" sldId="286"/>
        </pc:sldMkLst>
        <pc:spChg chg="mod">
          <ac:chgData name="Mohammed Shifin" userId="dce11d155df743e4" providerId="Windows Live" clId="Web-{FE96D434-5D81-FC96-450E-F8FCC1984357}" dt="2026-05-11T12:14:58.291" v="28" actId="14100"/>
          <ac:spMkLst>
            <pc:docMk/>
            <pc:sldMk cId="0" sldId="286"/>
            <ac:spMk id="1028" creationId="{00000000-0000-0000-0000-000000000000}"/>
          </ac:spMkLst>
        </pc:spChg>
        <pc:picChg chg="mod">
          <ac:chgData name="Mohammed Shifin" userId="dce11d155df743e4" providerId="Windows Live" clId="Web-{FE96D434-5D81-FC96-450E-F8FCC1984357}" dt="2026-05-11T12:15:12.588" v="30" actId="14100"/>
          <ac:picMkLst>
            <pc:docMk/>
            <pc:sldMk cId="0" sldId="286"/>
            <ac:picMk id="1034" creationId="{00000000-0000-0000-0000-000000000000}"/>
          </ac:picMkLst>
        </pc:picChg>
        <pc:picChg chg="mod">
          <ac:chgData name="Mohammed Shifin" userId="dce11d155df743e4" providerId="Windows Live" clId="Web-{FE96D434-5D81-FC96-450E-F8FCC1984357}" dt="2026-05-11T12:14:50.353" v="26" actId="1076"/>
          <ac:picMkLst>
            <pc:docMk/>
            <pc:sldMk cId="0" sldId="286"/>
            <ac:picMk id="1035" creationId="{00000000-0000-0000-0000-000000000000}"/>
          </ac:picMkLst>
        </pc:picChg>
      </pc:sldChg>
      <pc:sldChg chg="modSp">
        <pc:chgData name="Mohammed Shifin" userId="dce11d155df743e4" providerId="Windows Live" clId="Web-{FE96D434-5D81-FC96-450E-F8FCC1984357}" dt="2026-05-11T12:14:03.743" v="19" actId="14100"/>
        <pc:sldMkLst>
          <pc:docMk/>
          <pc:sldMk cId="953737383" sldId="288"/>
        </pc:sldMkLst>
        <pc:picChg chg="mod">
          <ac:chgData name="Mohammed Shifin" userId="dce11d155df743e4" providerId="Windows Live" clId="Web-{FE96D434-5D81-FC96-450E-F8FCC1984357}" dt="2026-05-11T12:14:03.743" v="19" actId="14100"/>
          <ac:picMkLst>
            <pc:docMk/>
            <pc:sldMk cId="953737383" sldId="288"/>
            <ac:picMk id="375" creationId="{28386A10-9716-71D3-3366-F3B6053A3CE8}"/>
          </ac:picMkLst>
        </pc:picChg>
      </pc:sldChg>
    </pc:docChg>
  </pc:docChgLst>
  <pc:docChgLst>
    <pc:chgData name="Jobin Roy" userId="16bde385bbeffe0c" providerId="Windows Live" clId="Web-{29BA8B96-95E4-4586-9E05-6C35A317EB08}"/>
    <pc:docChg chg="modSld">
      <pc:chgData name="Jobin Roy" userId="16bde385bbeffe0c" providerId="Windows Live" clId="Web-{29BA8B96-95E4-4586-9E05-6C35A317EB08}" dt="2026-05-11T13:23:17.831" v="59"/>
      <pc:docMkLst>
        <pc:docMk/>
      </pc:docMkLst>
      <pc:sldChg chg="modSp">
        <pc:chgData name="Jobin Roy" userId="16bde385bbeffe0c" providerId="Windows Live" clId="Web-{29BA8B96-95E4-4586-9E05-6C35A317EB08}" dt="2026-05-11T13:07:09.681" v="16" actId="20577"/>
        <pc:sldMkLst>
          <pc:docMk/>
          <pc:sldMk cId="0" sldId="256"/>
        </pc:sldMkLst>
        <pc:spChg chg="mod">
          <ac:chgData name="Jobin Roy" userId="16bde385bbeffe0c" providerId="Windows Live" clId="Web-{29BA8B96-95E4-4586-9E05-6C35A317EB08}" dt="2026-05-11T13:07:09.681" v="16" actId="20577"/>
          <ac:spMkLst>
            <pc:docMk/>
            <pc:sldMk cId="0" sldId="256"/>
            <ac:spMk id="91" creationId="{00000000-0000-0000-0000-000000000000}"/>
          </ac:spMkLst>
        </pc:spChg>
      </pc:sldChg>
      <pc:sldChg chg="addSp delSp modSp">
        <pc:chgData name="Jobin Roy" userId="16bde385bbeffe0c" providerId="Windows Live" clId="Web-{29BA8B96-95E4-4586-9E05-6C35A317EB08}" dt="2026-05-11T13:20:11.848" v="54"/>
        <pc:sldMkLst>
          <pc:docMk/>
          <pc:sldMk cId="0" sldId="259"/>
        </pc:sldMkLst>
        <pc:spChg chg="del mod">
          <ac:chgData name="Jobin Roy" userId="16bde385bbeffe0c" providerId="Windows Live" clId="Web-{29BA8B96-95E4-4586-9E05-6C35A317EB08}" dt="2026-05-11T13:20:11.848" v="54"/>
          <ac:spMkLst>
            <pc:docMk/>
            <pc:sldMk cId="0" sldId="259"/>
            <ac:spMk id="157" creationId="{00000000-0000-0000-0000-000000000000}"/>
          </ac:spMkLst>
        </pc:spChg>
        <pc:spChg chg="mod">
          <ac:chgData name="Jobin Roy" userId="16bde385bbeffe0c" providerId="Windows Live" clId="Web-{29BA8B96-95E4-4586-9E05-6C35A317EB08}" dt="2026-05-11T13:11:23.101" v="34" actId="20577"/>
          <ac:spMkLst>
            <pc:docMk/>
            <pc:sldMk cId="0" sldId="259"/>
            <ac:spMk id="161" creationId="{00000000-0000-0000-0000-000000000000}"/>
          </ac:spMkLst>
        </pc:spChg>
        <pc:spChg chg="mod">
          <ac:chgData name="Jobin Roy" userId="16bde385bbeffe0c" providerId="Windows Live" clId="Web-{29BA8B96-95E4-4586-9E05-6C35A317EB08}" dt="2026-05-11T13:11:26.836" v="35" actId="20577"/>
          <ac:spMkLst>
            <pc:docMk/>
            <pc:sldMk cId="0" sldId="259"/>
            <ac:spMk id="162" creationId="{00000000-0000-0000-0000-000000000000}"/>
          </ac:spMkLst>
        </pc:spChg>
        <pc:spChg chg="mod">
          <ac:chgData name="Jobin Roy" userId="16bde385bbeffe0c" providerId="Windows Live" clId="Web-{29BA8B96-95E4-4586-9E05-6C35A317EB08}" dt="2026-05-11T13:11:29.148" v="36" actId="20577"/>
          <ac:spMkLst>
            <pc:docMk/>
            <pc:sldMk cId="0" sldId="259"/>
            <ac:spMk id="163" creationId="{00000000-0000-0000-0000-000000000000}"/>
          </ac:spMkLst>
        </pc:spChg>
        <pc:spChg chg="mod">
          <ac:chgData name="Jobin Roy" userId="16bde385bbeffe0c" providerId="Windows Live" clId="Web-{29BA8B96-95E4-4586-9E05-6C35A317EB08}" dt="2026-05-11T13:11:01.851" v="29" actId="20577"/>
          <ac:spMkLst>
            <pc:docMk/>
            <pc:sldMk cId="0" sldId="259"/>
            <ac:spMk id="166" creationId="{00000000-0000-0000-0000-000000000000}"/>
          </ac:spMkLst>
        </pc:spChg>
        <pc:spChg chg="mod">
          <ac:chgData name="Jobin Roy" userId="16bde385bbeffe0c" providerId="Windows Live" clId="Web-{29BA8B96-95E4-4586-9E05-6C35A317EB08}" dt="2026-05-11T13:11:07.117" v="30" actId="20577"/>
          <ac:spMkLst>
            <pc:docMk/>
            <pc:sldMk cId="0" sldId="259"/>
            <ac:spMk id="167" creationId="{00000000-0000-0000-0000-000000000000}"/>
          </ac:spMkLst>
        </pc:spChg>
        <pc:spChg chg="add del mod">
          <ac:chgData name="Jobin Roy" userId="16bde385bbeffe0c" providerId="Windows Live" clId="Web-{29BA8B96-95E4-4586-9E05-6C35A317EB08}" dt="2026-05-11T13:11:17.226" v="33" actId="20577"/>
          <ac:spMkLst>
            <pc:docMk/>
            <pc:sldMk cId="0" sldId="259"/>
            <ac:spMk id="168" creationId="{00000000-0000-0000-0000-000000000000}"/>
          </ac:spMkLst>
        </pc:spChg>
        <pc:spChg chg="mod">
          <ac:chgData name="Jobin Roy" userId="16bde385bbeffe0c" providerId="Windows Live" clId="Web-{29BA8B96-95E4-4586-9E05-6C35A317EB08}" dt="2026-05-11T13:10:45.836" v="26" actId="20577"/>
          <ac:spMkLst>
            <pc:docMk/>
            <pc:sldMk cId="0" sldId="259"/>
            <ac:spMk id="171" creationId="{00000000-0000-0000-0000-000000000000}"/>
          </ac:spMkLst>
        </pc:spChg>
        <pc:spChg chg="mod">
          <ac:chgData name="Jobin Roy" userId="16bde385bbeffe0c" providerId="Windows Live" clId="Web-{29BA8B96-95E4-4586-9E05-6C35A317EB08}" dt="2026-05-11T13:10:50.961" v="27" actId="20577"/>
          <ac:spMkLst>
            <pc:docMk/>
            <pc:sldMk cId="0" sldId="259"/>
            <ac:spMk id="172" creationId="{00000000-0000-0000-0000-000000000000}"/>
          </ac:spMkLst>
        </pc:spChg>
        <pc:spChg chg="mod">
          <ac:chgData name="Jobin Roy" userId="16bde385bbeffe0c" providerId="Windows Live" clId="Web-{29BA8B96-95E4-4586-9E05-6C35A317EB08}" dt="2026-05-11T13:10:35.398" v="25" actId="20577"/>
          <ac:spMkLst>
            <pc:docMk/>
            <pc:sldMk cId="0" sldId="259"/>
            <ac:spMk id="173" creationId="{00000000-0000-0000-0000-000000000000}"/>
          </ac:spMkLst>
        </pc:spChg>
      </pc:sldChg>
      <pc:sldChg chg="modSp">
        <pc:chgData name="Jobin Roy" userId="16bde385bbeffe0c" providerId="Windows Live" clId="Web-{29BA8B96-95E4-4586-9E05-6C35A317EB08}" dt="2026-05-11T13:13:39.960" v="52" actId="20577"/>
        <pc:sldMkLst>
          <pc:docMk/>
          <pc:sldMk cId="0" sldId="262"/>
        </pc:sldMkLst>
        <pc:spChg chg="mod">
          <ac:chgData name="Jobin Roy" userId="16bde385bbeffe0c" providerId="Windows Live" clId="Web-{29BA8B96-95E4-4586-9E05-6C35A317EB08}" dt="2026-05-11T13:13:39.960" v="52" actId="20577"/>
          <ac:spMkLst>
            <pc:docMk/>
            <pc:sldMk cId="0" sldId="262"/>
            <ac:spMk id="249" creationId="{00000000-0000-0000-0000-000000000000}"/>
          </ac:spMkLst>
        </pc:spChg>
      </pc:sldChg>
      <pc:sldChg chg="delSp modSp">
        <pc:chgData name="Jobin Roy" userId="16bde385bbeffe0c" providerId="Windows Live" clId="Web-{29BA8B96-95E4-4586-9E05-6C35A317EB08}" dt="2026-05-11T11:13:32.651" v="11" actId="20577"/>
        <pc:sldMkLst>
          <pc:docMk/>
          <pc:sldMk cId="0" sldId="266"/>
        </pc:sldMkLst>
        <pc:spChg chg="del">
          <ac:chgData name="Jobin Roy" userId="16bde385bbeffe0c" providerId="Windows Live" clId="Web-{29BA8B96-95E4-4586-9E05-6C35A317EB08}" dt="2026-05-11T11:13:16.135" v="0"/>
          <ac:spMkLst>
            <pc:docMk/>
            <pc:sldMk cId="0" sldId="266"/>
            <ac:spMk id="423" creationId="{00000000-0000-0000-0000-000000000000}"/>
          </ac:spMkLst>
        </pc:spChg>
        <pc:spChg chg="del">
          <ac:chgData name="Jobin Roy" userId="16bde385bbeffe0c" providerId="Windows Live" clId="Web-{29BA8B96-95E4-4586-9E05-6C35A317EB08}" dt="2026-05-11T11:13:23.667" v="8"/>
          <ac:spMkLst>
            <pc:docMk/>
            <pc:sldMk cId="0" sldId="266"/>
            <ac:spMk id="424" creationId="{00000000-0000-0000-0000-000000000000}"/>
          </ac:spMkLst>
        </pc:spChg>
        <pc:spChg chg="del">
          <ac:chgData name="Jobin Roy" userId="16bde385bbeffe0c" providerId="Windows Live" clId="Web-{29BA8B96-95E4-4586-9E05-6C35A317EB08}" dt="2026-05-11T11:13:23.667" v="7"/>
          <ac:spMkLst>
            <pc:docMk/>
            <pc:sldMk cId="0" sldId="266"/>
            <ac:spMk id="425" creationId="{00000000-0000-0000-0000-000000000000}"/>
          </ac:spMkLst>
        </pc:spChg>
        <pc:spChg chg="del">
          <ac:chgData name="Jobin Roy" userId="16bde385bbeffe0c" providerId="Windows Live" clId="Web-{29BA8B96-95E4-4586-9E05-6C35A317EB08}" dt="2026-05-11T11:13:23.667" v="6"/>
          <ac:spMkLst>
            <pc:docMk/>
            <pc:sldMk cId="0" sldId="266"/>
            <ac:spMk id="426" creationId="{00000000-0000-0000-0000-000000000000}"/>
          </ac:spMkLst>
        </pc:spChg>
        <pc:spChg chg="del">
          <ac:chgData name="Jobin Roy" userId="16bde385bbeffe0c" providerId="Windows Live" clId="Web-{29BA8B96-95E4-4586-9E05-6C35A317EB08}" dt="2026-05-11T11:13:23.667" v="5"/>
          <ac:spMkLst>
            <pc:docMk/>
            <pc:sldMk cId="0" sldId="266"/>
            <ac:spMk id="427" creationId="{00000000-0000-0000-0000-000000000000}"/>
          </ac:spMkLst>
        </pc:spChg>
        <pc:spChg chg="del">
          <ac:chgData name="Jobin Roy" userId="16bde385bbeffe0c" providerId="Windows Live" clId="Web-{29BA8B96-95E4-4586-9E05-6C35A317EB08}" dt="2026-05-11T11:13:23.667" v="4"/>
          <ac:spMkLst>
            <pc:docMk/>
            <pc:sldMk cId="0" sldId="266"/>
            <ac:spMk id="428" creationId="{00000000-0000-0000-0000-000000000000}"/>
          </ac:spMkLst>
        </pc:spChg>
        <pc:spChg chg="del">
          <ac:chgData name="Jobin Roy" userId="16bde385bbeffe0c" providerId="Windows Live" clId="Web-{29BA8B96-95E4-4586-9E05-6C35A317EB08}" dt="2026-05-11T11:13:23.667" v="3"/>
          <ac:spMkLst>
            <pc:docMk/>
            <pc:sldMk cId="0" sldId="266"/>
            <ac:spMk id="429" creationId="{00000000-0000-0000-0000-000000000000}"/>
          </ac:spMkLst>
        </pc:spChg>
        <pc:spChg chg="del">
          <ac:chgData name="Jobin Roy" userId="16bde385bbeffe0c" providerId="Windows Live" clId="Web-{29BA8B96-95E4-4586-9E05-6C35A317EB08}" dt="2026-05-11T11:13:23.667" v="2"/>
          <ac:spMkLst>
            <pc:docMk/>
            <pc:sldMk cId="0" sldId="266"/>
            <ac:spMk id="430" creationId="{00000000-0000-0000-0000-000000000000}"/>
          </ac:spMkLst>
        </pc:spChg>
        <pc:spChg chg="del">
          <ac:chgData name="Jobin Roy" userId="16bde385bbeffe0c" providerId="Windows Live" clId="Web-{29BA8B96-95E4-4586-9E05-6C35A317EB08}" dt="2026-05-11T11:13:23.667" v="1"/>
          <ac:spMkLst>
            <pc:docMk/>
            <pc:sldMk cId="0" sldId="266"/>
            <ac:spMk id="431" creationId="{00000000-0000-0000-0000-000000000000}"/>
          </ac:spMkLst>
        </pc:spChg>
        <pc:spChg chg="mod">
          <ac:chgData name="Jobin Roy" userId="16bde385bbeffe0c" providerId="Windows Live" clId="Web-{29BA8B96-95E4-4586-9E05-6C35A317EB08}" dt="2026-05-11T11:13:32.651" v="11" actId="20577"/>
          <ac:spMkLst>
            <pc:docMk/>
            <pc:sldMk cId="0" sldId="266"/>
            <ac:spMk id="433" creationId="{00000000-0000-0000-0000-000000000000}"/>
          </ac:spMkLst>
        </pc:spChg>
      </pc:sldChg>
      <pc:sldChg chg="modSp">
        <pc:chgData name="Jobin Roy" userId="16bde385bbeffe0c" providerId="Windows Live" clId="Web-{29BA8B96-95E4-4586-9E05-6C35A317EB08}" dt="2026-05-11T11:13:37.370" v="15" actId="20577"/>
        <pc:sldMkLst>
          <pc:docMk/>
          <pc:sldMk cId="0" sldId="267"/>
        </pc:sldMkLst>
        <pc:spChg chg="mod">
          <ac:chgData name="Jobin Roy" userId="16bde385bbeffe0c" providerId="Windows Live" clId="Web-{29BA8B96-95E4-4586-9E05-6C35A317EB08}" dt="2026-05-11T11:13:37.370" v="15" actId="20577"/>
          <ac:spMkLst>
            <pc:docMk/>
            <pc:sldMk cId="0" sldId="267"/>
            <ac:spMk id="466" creationId="{00000000-0000-0000-0000-000000000000}"/>
          </ac:spMkLst>
        </pc:spChg>
      </pc:sldChg>
      <pc:sldChg chg="delSp modSp">
        <pc:chgData name="Jobin Roy" userId="16bde385bbeffe0c" providerId="Windows Live" clId="Web-{29BA8B96-95E4-4586-9E05-6C35A317EB08}" dt="2026-05-11T13:23:17.831" v="59"/>
        <pc:sldMkLst>
          <pc:docMk/>
          <pc:sldMk cId="0" sldId="284"/>
        </pc:sldMkLst>
        <pc:spChg chg="del">
          <ac:chgData name="Jobin Roy" userId="16bde385bbeffe0c" providerId="Windows Live" clId="Web-{29BA8B96-95E4-4586-9E05-6C35A317EB08}" dt="2026-05-11T13:23:08.738" v="55"/>
          <ac:spMkLst>
            <pc:docMk/>
            <pc:sldMk cId="0" sldId="284"/>
            <ac:spMk id="995" creationId="{00000000-0000-0000-0000-000000000000}"/>
          </ac:spMkLst>
        </pc:spChg>
        <pc:spChg chg="del mod">
          <ac:chgData name="Jobin Roy" userId="16bde385bbeffe0c" providerId="Windows Live" clId="Web-{29BA8B96-95E4-4586-9E05-6C35A317EB08}" dt="2026-05-11T13:23:17.831" v="59"/>
          <ac:spMkLst>
            <pc:docMk/>
            <pc:sldMk cId="0" sldId="284"/>
            <ac:spMk id="99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0" name="Google Shape;15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2" name="Google Shape;20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9" name="Google Shape;2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7" name="Google Shape;25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0" name="Google Shape;2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9" name="Google Shape;31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>
          <a:extLst>
            <a:ext uri="{FF2B5EF4-FFF2-40B4-BE49-F238E27FC236}">
              <a16:creationId xmlns:a16="http://schemas.microsoft.com/office/drawing/2014/main" id="{0E86F98F-6882-C1B3-81EC-006344770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0:notes">
            <a:extLst>
              <a:ext uri="{FF2B5EF4-FFF2-40B4-BE49-F238E27FC236}">
                <a16:creationId xmlns:a16="http://schemas.microsoft.com/office/drawing/2014/main" id="{A3A38B9C-BEFE-2904-A3AE-44F895BCA0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9" name="Google Shape;319;p10:notes">
            <a:extLst>
              <a:ext uri="{FF2B5EF4-FFF2-40B4-BE49-F238E27FC236}">
                <a16:creationId xmlns:a16="http://schemas.microsoft.com/office/drawing/2014/main" id="{E4E123C2-7FC1-B579-A256-3CD4B258E7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964421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9" name="Google Shape;379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2" name="Google Shape;44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3" name="Google Shape;443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4" name="Google Shape;47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5" name="Google Shape;475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1" name="Google Shape;511;p14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2" name="Google Shape;512;p14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9" name="Google Shape;559;p15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0" name="Google Shape;560;p15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70" name="Google Shape;77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4" name="Google Shape;79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13" name="Google Shape;81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60" name="Google Shape;86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0" name="Google Shape;88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22" name="Google Shape;92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3" name="Google Shape;94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99" name="Google Shape;99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3e094460374_3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5" name="Google Shape;1025;g3e094460374_3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76" name="Google Shape;97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8" name="Google Shape;103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Medium"/>
              <a:buNone/>
              <a:defRPr sz="6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6"/>
          <p:cNvPicPr preferRelativeResize="0"/>
          <p:nvPr/>
        </p:nvPicPr>
        <p:blipFill rotWithShape="1">
          <a:blip r:embed="rId4">
            <a:alphaModFix/>
          </a:blip>
          <a:srcRect l="259" r="269"/>
          <a:stretch/>
        </p:blipFill>
        <p:spPr>
          <a:xfrm>
            <a:off x="0" y="0"/>
            <a:ext cx="12192000" cy="89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9071"/>
            <a:ext cx="12192000" cy="8963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" name="Google Shape;89;p16"/>
          <p:cNvGrpSpPr/>
          <p:nvPr/>
        </p:nvGrpSpPr>
        <p:grpSpPr>
          <a:xfrm>
            <a:off x="502920" y="1333499"/>
            <a:ext cx="11189456" cy="2557348"/>
            <a:chOff x="2582260" y="1333500"/>
            <a:chExt cx="10668000" cy="3429000"/>
          </a:xfrm>
        </p:grpSpPr>
        <p:sp>
          <p:nvSpPr>
            <p:cNvPr id="90" name="Google Shape;90;p16"/>
            <p:cNvSpPr/>
            <p:nvPr/>
          </p:nvSpPr>
          <p:spPr>
            <a:xfrm>
              <a:off x="2582260" y="1333500"/>
              <a:ext cx="10668000" cy="3429000"/>
            </a:xfrm>
            <a:prstGeom prst="roundRect">
              <a:avLst>
                <a:gd name="adj" fmla="val 4166"/>
              </a:avLst>
            </a:prstGeom>
            <a:solidFill>
              <a:srgbClr val="186FBC">
                <a:alpha val="5098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6"/>
            <p:cNvSpPr txBox="1"/>
            <p:nvPr/>
          </p:nvSpPr>
          <p:spPr>
            <a:xfrm>
              <a:off x="2865814" y="1806448"/>
              <a:ext cx="10096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1119"/>
                </a:spcAft>
                <a:buClr>
                  <a:srgbClr val="000000"/>
                </a:buClr>
                <a:buSzPts val="3878"/>
                <a:buFont typeface="Arial"/>
                <a:buNone/>
              </a:pPr>
              <a:r>
                <a:rPr lang="en-US" sz="3850" b="1">
                  <a:solidFill>
                    <a:srgbClr val="186FBC"/>
                  </a:solidFill>
                </a:rPr>
                <a:t>Retrieval-Augmented</a:t>
              </a:r>
              <a:r>
                <a:rPr lang="en-US" sz="3850" b="1" i="0" u="none" strike="noStrike" cap="none">
                  <a:solidFill>
                    <a:srgbClr val="186FBC"/>
                  </a:solidFill>
                  <a:latin typeface="Arial"/>
                  <a:ea typeface="Arial"/>
                  <a:cs typeface="Arial"/>
                  <a:sym typeface="Arial"/>
                </a:rPr>
                <a:t> Detection and </a:t>
              </a:r>
              <a:r>
                <a:rPr lang="en-US" sz="3850" b="1" i="0" u="none" strike="noStrike" cap="none" dirty="0">
                  <a:solidFill>
                    <a:srgbClr val="186FBC"/>
                  </a:solidFill>
                  <a:latin typeface="Arial"/>
                  <a:ea typeface="Arial"/>
                  <a:cs typeface="Arial"/>
                  <a:sym typeface="Arial"/>
                </a:rPr>
                <a:t>Explanation of Dark Patterns in E-Commerce Product Texts</a:t>
              </a:r>
              <a:endParaRPr sz="3850" b="1" i="0" u="none" strike="noStrike" cap="none" dirty="0">
                <a:solidFill>
                  <a:srgbClr val="186FB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" name="Google Shape;92;p16"/>
          <p:cNvGrpSpPr/>
          <p:nvPr/>
        </p:nvGrpSpPr>
        <p:grpSpPr>
          <a:xfrm>
            <a:off x="0" y="6230122"/>
            <a:ext cx="12192000" cy="627900"/>
            <a:chOff x="0" y="6230122"/>
            <a:chExt cx="12192000" cy="627900"/>
          </a:xfrm>
        </p:grpSpPr>
        <p:sp>
          <p:nvSpPr>
            <p:cNvPr id="93" name="Google Shape;93;p16"/>
            <p:cNvSpPr/>
            <p:nvPr/>
          </p:nvSpPr>
          <p:spPr>
            <a:xfrm>
              <a:off x="0" y="6230122"/>
              <a:ext cx="12192000" cy="627900"/>
            </a:xfrm>
            <a:prstGeom prst="rect">
              <a:avLst/>
            </a:prstGeom>
            <a:solidFill>
              <a:srgbClr val="186FB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6"/>
            <p:cNvSpPr txBox="1"/>
            <p:nvPr/>
          </p:nvSpPr>
          <p:spPr>
            <a:xfrm>
              <a:off x="762000" y="6230122"/>
              <a:ext cx="2857500" cy="62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GROUP 7</a:t>
              </a:r>
              <a:endParaRPr sz="14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5" name="Google Shape;95;p16"/>
            <p:cNvSpPr txBox="1"/>
            <p:nvPr/>
          </p:nvSpPr>
          <p:spPr>
            <a:xfrm>
              <a:off x="4667250" y="6230122"/>
              <a:ext cx="2857500" cy="62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Jobin Roy</a:t>
              </a:r>
              <a:endParaRPr sz="14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E0E0E0"/>
                  </a:solidFill>
                  <a:latin typeface="DM Sans"/>
                  <a:ea typeface="DM Sans"/>
                  <a:cs typeface="DM Sans"/>
                  <a:sym typeface="DM Sans"/>
                </a:rPr>
                <a:t>jobin.roy@st.ovgu.de</a:t>
              </a:r>
              <a:endParaRPr sz="1200" b="0" i="0" u="none" strike="noStrike" cap="none">
                <a:solidFill>
                  <a:srgbClr val="E0E0E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96" name="Google Shape;96;p16"/>
            <p:cNvSpPr txBox="1"/>
            <p:nvPr/>
          </p:nvSpPr>
          <p:spPr>
            <a:xfrm>
              <a:off x="8572500" y="6230122"/>
              <a:ext cx="2857500" cy="62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28/01/26</a:t>
              </a:r>
              <a:endParaRPr sz="14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97" name="Google Shape;97;p16"/>
          <p:cNvSpPr/>
          <p:nvPr/>
        </p:nvSpPr>
        <p:spPr>
          <a:xfrm>
            <a:off x="3288" y="6230125"/>
            <a:ext cx="12188700" cy="626619"/>
          </a:xfrm>
          <a:prstGeom prst="rect">
            <a:avLst/>
          </a:prstGeom>
          <a:solidFill>
            <a:srgbClr val="186FBC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6783589" y="5096577"/>
            <a:ext cx="11016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7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8075471" y="4816677"/>
            <a:ext cx="40890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Jobin Roy (250752)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1800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Akshita Sakshi</a:t>
            </a:r>
            <a:r>
              <a:rPr lang="en-US" sz="1800">
                <a:solidFill>
                  <a:schemeClr val="dk1"/>
                </a:solidFill>
              </a:rPr>
              <a:t> (256271)</a:t>
            </a:r>
            <a:endParaRPr lang="en-US"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Shifin Mohammed (250715)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49742D-2E07-729A-445E-F9C29AACE4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sp>
        <p:nvSpPr>
          <p:cNvPr id="3" name="Google Shape;98;p16">
            <a:extLst>
              <a:ext uri="{FF2B5EF4-FFF2-40B4-BE49-F238E27FC236}">
                <a16:creationId xmlns:a16="http://schemas.microsoft.com/office/drawing/2014/main" id="{EA31B621-B640-5627-8269-CA314C848C26}"/>
              </a:ext>
            </a:extLst>
          </p:cNvPr>
          <p:cNvSpPr txBox="1"/>
          <p:nvPr/>
        </p:nvSpPr>
        <p:spPr>
          <a:xfrm>
            <a:off x="214847" y="6309103"/>
            <a:ext cx="5879392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800"/>
            </a:pPr>
            <a:r>
              <a:rPr lang="en-GB" sz="18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HCNLP 2026, </a:t>
            </a:r>
            <a:r>
              <a:rPr lang="en-US" sz="1800">
                <a:solidFill>
                  <a:schemeClr val="bg1"/>
                </a:solidFill>
              </a:rPr>
              <a:t>Otto von Guericke University Magdeburg</a:t>
            </a:r>
            <a:endParaRPr lang="en-US" sz="1800" b="1" i="0" u="none" strike="noStrike" cap="none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D3CECA-0F99-C262-90AD-4F075D3886EE}"/>
              </a:ext>
            </a:extLst>
          </p:cNvPr>
          <p:cNvSpPr txBox="1"/>
          <p:nvPr/>
        </p:nvSpPr>
        <p:spPr>
          <a:xfrm>
            <a:off x="10630829" y="-1"/>
            <a:ext cx="14496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11.05.2026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7" descr="Picture 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-3849"/>
            <a:ext cx="12212877" cy="9041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" name="Google Shape;105;p17"/>
          <p:cNvGrpSpPr/>
          <p:nvPr/>
        </p:nvGrpSpPr>
        <p:grpSpPr>
          <a:xfrm>
            <a:off x="571500" y="1047750"/>
            <a:ext cx="11049000" cy="762000"/>
            <a:chOff x="571500" y="1047750"/>
            <a:chExt cx="11049000" cy="762000"/>
          </a:xfrm>
        </p:grpSpPr>
        <p:sp>
          <p:nvSpPr>
            <p:cNvPr id="106" name="Google Shape;106;p17"/>
            <p:cNvSpPr/>
            <p:nvPr/>
          </p:nvSpPr>
          <p:spPr>
            <a:xfrm>
              <a:off x="571500" y="1047750"/>
              <a:ext cx="11049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7"/>
            <p:cNvSpPr txBox="1"/>
            <p:nvPr/>
          </p:nvSpPr>
          <p:spPr>
            <a:xfrm>
              <a:off x="571500" y="1047750"/>
              <a:ext cx="11049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lang="en-US" sz="4400" b="1" i="0" u="none" strike="noStrike" cap="none">
                  <a:solidFill>
                    <a:srgbClr val="186FBC"/>
                  </a:solidFill>
                  <a:latin typeface="Arial"/>
                  <a:ea typeface="Arial"/>
                  <a:cs typeface="Arial"/>
                  <a:sym typeface="Arial"/>
                </a:rPr>
                <a:t>Agenda</a:t>
              </a:r>
              <a:endParaRPr sz="4400" b="1" i="0" u="none" strike="noStrike" cap="none">
                <a:solidFill>
                  <a:srgbClr val="186FB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" name="Google Shape;108;p17"/>
          <p:cNvGrpSpPr/>
          <p:nvPr/>
        </p:nvGrpSpPr>
        <p:grpSpPr>
          <a:xfrm>
            <a:off x="1626300" y="2242025"/>
            <a:ext cx="8939400" cy="2857500"/>
            <a:chOff x="1626300" y="2242025"/>
            <a:chExt cx="8939400" cy="2857500"/>
          </a:xfrm>
        </p:grpSpPr>
        <p:sp>
          <p:nvSpPr>
            <p:cNvPr id="109" name="Google Shape;109;p17"/>
            <p:cNvSpPr txBox="1"/>
            <p:nvPr/>
          </p:nvSpPr>
          <p:spPr>
            <a:xfrm>
              <a:off x="1626300" y="2242025"/>
              <a:ext cx="3775648" cy="285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57200" marR="0" lvl="0" indent="-355600" algn="l" rtl="0"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2000"/>
                <a:buFont typeface="Arial" panose="05000000000000000000" pitchFamily="2" charset="2"/>
                <a:buChar char="•"/>
              </a:pPr>
              <a:r>
                <a:rPr lang="en-US" sz="2000" b="0" i="0" u="none" strike="noStrike" cap="non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Motivation &amp; problem</a:t>
              </a:r>
              <a:endParaRPr lang="en-US"/>
            </a:p>
            <a:p>
              <a:pPr marL="457200" indent="-355600">
                <a:spcBef>
                  <a:spcPts val="1125"/>
                </a:spcBef>
                <a:buClr>
                  <a:srgbClr val="333333"/>
                </a:buClr>
                <a:buSzPts val="2000"/>
                <a:buFont typeface="Arial" panose="05000000000000000000" pitchFamily="2" charset="2"/>
                <a:buChar char="•"/>
              </a:pPr>
              <a:r>
                <a:rPr lang="en-US" sz="2000">
                  <a:solidFill>
                    <a:srgbClr val="333333"/>
                  </a:solidFill>
                </a:rPr>
                <a:t>Dataset &amp; augmentation</a:t>
              </a:r>
              <a:endPara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</a:endParaRPr>
            </a:p>
            <a:p>
              <a:pPr marL="457200" indent="-355600">
                <a:spcBef>
                  <a:spcPts val="1125"/>
                </a:spcBef>
                <a:buClr>
                  <a:srgbClr val="333333"/>
                </a:buClr>
                <a:buSzPts val="2000"/>
                <a:buFont typeface="Arial" panose="05000000000000000000" pitchFamily="2" charset="2"/>
                <a:buChar char="•"/>
              </a:pPr>
              <a:r>
                <a:rPr lang="en-US" sz="2000" b="0" i="0" u="none" strike="noStrike" cap="non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Pipeline </a:t>
              </a:r>
              <a:r>
                <a:rPr lang="en-US" sz="2000">
                  <a:solidFill>
                    <a:srgbClr val="333333"/>
                  </a:solidFill>
                </a:rPr>
                <a:t>architecture</a:t>
              </a:r>
            </a:p>
            <a:p>
              <a:pPr marL="457200" marR="0" lvl="0" indent="-355600" algn="l">
                <a:spcBef>
                  <a:spcPts val="1125"/>
                </a:spcBef>
                <a:spcAft>
                  <a:spcPts val="0"/>
                </a:spcAft>
                <a:buClr>
                  <a:srgbClr val="333333"/>
                </a:buClr>
                <a:buSzPts val="2000"/>
                <a:buFont typeface="Arial" panose="05000000000000000000" pitchFamily="2" charset="2"/>
                <a:buChar char="•"/>
              </a:pPr>
              <a:r>
                <a:rPr lang="en-US" sz="2000">
                  <a:solidFill>
                    <a:srgbClr val="333333"/>
                  </a:solidFill>
                </a:rPr>
                <a:t>Retrieval</a:t>
              </a:r>
              <a:r>
                <a:rPr lang="en-US" sz="2000" b="0" i="0" u="none" strike="noStrike" cap="non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strategies</a:t>
              </a:r>
              <a:endParaRPr lang="en-US" sz="2000" b="0" i="0" u="none" strike="noStrike" cap="none">
                <a:latin typeface="Arial"/>
                <a:ea typeface="Arial"/>
                <a:cs typeface="Arial"/>
              </a:endParaRPr>
            </a:p>
            <a:p>
              <a:pPr marL="457200" indent="-355600">
                <a:spcBef>
                  <a:spcPts val="1125"/>
                </a:spcBef>
                <a:buClr>
                  <a:srgbClr val="333333"/>
                </a:buClr>
                <a:buSzPts val="2000"/>
                <a:buFont typeface="Arial" panose="05000000000000000000" pitchFamily="2" charset="2"/>
                <a:buChar char="•"/>
              </a:pPr>
              <a:r>
                <a:rPr lang="en-US" sz="2000">
                  <a:solidFill>
                    <a:srgbClr val="333333"/>
                  </a:solidFill>
                </a:rPr>
                <a:t>Main results</a:t>
              </a:r>
              <a:endParaRPr lang="en-US" sz="2000"/>
            </a:p>
            <a:p>
              <a:pPr marL="457200" indent="-355600">
                <a:spcBef>
                  <a:spcPts val="1125"/>
                </a:spcBef>
                <a:buClr>
                  <a:srgbClr val="333333"/>
                </a:buClr>
                <a:buSzPts val="2000"/>
                <a:buFont typeface="Arial" panose="05000000000000000000" pitchFamily="2" charset="2"/>
                <a:buChar char="•"/>
              </a:pPr>
              <a:endParaRPr lang="en-US" sz="2000">
                <a:solidFill>
                  <a:srgbClr val="333333"/>
                </a:solidFill>
              </a:endParaRPr>
            </a:p>
          </p:txBody>
        </p:sp>
        <p:sp>
          <p:nvSpPr>
            <p:cNvPr id="110" name="Google Shape;110;p17"/>
            <p:cNvSpPr txBox="1"/>
            <p:nvPr/>
          </p:nvSpPr>
          <p:spPr>
            <a:xfrm>
              <a:off x="6184200" y="2242025"/>
              <a:ext cx="4381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57200" marR="0" lvl="0" indent="-355600" algn="l" rtl="0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333333"/>
                </a:buClr>
                <a:buSzPts val="2000"/>
                <a:buFont typeface="Arial" panose="05000000000000000000" pitchFamily="2" charset="2"/>
                <a:buChar char="•"/>
              </a:pPr>
              <a:r>
                <a:rPr lang="en-US" sz="2000" b="0" i="0" u="none" strike="noStrike" cap="non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Cross-dataset &amp; cross-lingual</a:t>
              </a:r>
              <a:endParaRPr lang="en-US"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</a:endParaRPr>
            </a:p>
            <a:p>
              <a:pPr marL="457200" marR="0" lvl="0" indent="-355600" algn="l" rtl="0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333333"/>
                </a:buClr>
                <a:buSzPts val="2000"/>
                <a:buFont typeface="Arial" panose="05000000000000000000" pitchFamily="2" charset="2"/>
                <a:buChar char="•"/>
              </a:pPr>
              <a:r>
                <a:rPr lang="en-US" sz="2000" b="0" i="0" u="none" strike="noStrike" cap="non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Human evaluation</a:t>
              </a:r>
              <a:endParaRPr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</a:endParaRPr>
            </a:p>
            <a:p>
              <a:pPr marL="457200" marR="0" lvl="0" indent="-355600" algn="l" rtl="0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333333"/>
                </a:buClr>
                <a:buSzPts val="2000"/>
                <a:buFont typeface="Arial" panose="05000000000000000000" pitchFamily="2" charset="2"/>
                <a:buChar char="•"/>
              </a:pPr>
              <a:r>
                <a:rPr lang="en-US" sz="2000" b="0" i="0" u="none" strike="noStrike" cap="non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Limitations &amp; conclusion</a:t>
              </a:r>
              <a:endParaRPr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</a:endParaRPr>
            </a:p>
            <a:p>
              <a:pPr marL="457200" marR="0" lvl="0" indent="-355600" algn="l" rtl="0">
                <a:lnSpc>
                  <a:spcPct val="100000"/>
                </a:lnSpc>
                <a:spcBef>
                  <a:spcPts val="1125"/>
                </a:spcBef>
                <a:spcAft>
                  <a:spcPts val="1125"/>
                </a:spcAft>
                <a:buClr>
                  <a:srgbClr val="333333"/>
                </a:buClr>
                <a:buSzPts val="2000"/>
                <a:buFont typeface="Arial" panose="05000000000000000000" pitchFamily="2" charset="2"/>
                <a:buChar char="•"/>
              </a:pPr>
              <a:r>
                <a:rPr lang="en-US" sz="2000" b="0" i="0" u="none" strike="noStrike" cap="non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Demo</a:t>
              </a:r>
              <a:endParaRPr sz="2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111" name="Google Shape;111;p17"/>
          <p:cNvGrpSpPr/>
          <p:nvPr/>
        </p:nvGrpSpPr>
        <p:grpSpPr>
          <a:xfrm>
            <a:off x="571500" y="6334125"/>
            <a:ext cx="11049000" cy="285900"/>
            <a:chOff x="571500" y="6334125"/>
            <a:chExt cx="11049000" cy="285900"/>
          </a:xfrm>
        </p:grpSpPr>
        <p:sp>
          <p:nvSpPr>
            <p:cNvPr id="112" name="Google Shape;112;p17"/>
            <p:cNvSpPr txBox="1"/>
            <p:nvPr/>
          </p:nvSpPr>
          <p:spPr>
            <a:xfrm>
              <a:off x="571500" y="6334125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8/01/26</a:t>
              </a:r>
              <a:endParaRPr sz="1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13" name="Google Shape;113;p17"/>
            <p:cNvSpPr txBox="1"/>
            <p:nvPr/>
          </p:nvSpPr>
          <p:spPr>
            <a:xfrm>
              <a:off x="10477500" y="6334125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Slide 3</a:t>
              </a:r>
              <a:endParaRPr sz="1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14" name="Google Shape;114;p17"/>
          <p:cNvSpPr/>
          <p:nvPr/>
        </p:nvSpPr>
        <p:spPr>
          <a:xfrm>
            <a:off x="0" y="6277356"/>
            <a:ext cx="12191695" cy="580644"/>
          </a:xfrm>
          <a:prstGeom prst="rect">
            <a:avLst/>
          </a:prstGeom>
          <a:solidFill>
            <a:srgbClr val="F2F5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713232" y="6428232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GROUP 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3154680" y="641908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Jobin Roy · Akshita Sakshi · Shifin Mohammed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9006840" y="641908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HCNLP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9F0CF5-F78D-0DB4-8869-2096BE14BE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9BFD980-CF6E-1880-171E-76597D799A15}"/>
              </a:ext>
            </a:extLst>
          </p:cNvPr>
          <p:cNvCxnSpPr/>
          <p:nvPr/>
        </p:nvCxnSpPr>
        <p:spPr>
          <a:xfrm>
            <a:off x="5431536" y="1809750"/>
            <a:ext cx="0" cy="36217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0CD52CC-12AD-4C38-F4A6-A5267079AD17}"/>
              </a:ext>
            </a:extLst>
          </p:cNvPr>
          <p:cNvSpPr txBox="1"/>
          <p:nvPr/>
        </p:nvSpPr>
        <p:spPr>
          <a:xfrm>
            <a:off x="10630829" y="-1"/>
            <a:ext cx="14496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11.05.2026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0" y="6277356"/>
            <a:ext cx="12191695" cy="580644"/>
          </a:xfrm>
          <a:prstGeom prst="rect">
            <a:avLst/>
          </a:prstGeom>
          <a:solidFill>
            <a:srgbClr val="F2F5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8"/>
          <p:cNvSpPr txBox="1"/>
          <p:nvPr/>
        </p:nvSpPr>
        <p:spPr>
          <a:xfrm>
            <a:off x="713232" y="6428232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GROUP 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3154680" y="641908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Jobin Roy · Akshita Sakshi · Shifin Mohammed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9006840" y="641908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HCNLP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8"/>
          <p:cNvSpPr txBox="1"/>
          <p:nvPr/>
        </p:nvSpPr>
        <p:spPr>
          <a:xfrm>
            <a:off x="594360" y="1009406"/>
            <a:ext cx="109728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What is a dark pattern?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603504" y="1536192"/>
            <a:ext cx="10972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Deceptive interface and text strategies that manipulate consumers into unintended actions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594360" y="2200000"/>
            <a:ext cx="5800000" cy="7000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794360" y="2308238"/>
            <a:ext cx="54000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"Only 2 hours left at this price!"</a:t>
            </a:r>
            <a:endParaRPr sz="1200" b="0" i="0" u="none" strike="noStrike" cap="none">
              <a:solidFill>
                <a:srgbClr val="444A5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794360" y="2580000"/>
            <a:ext cx="540000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Urgency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594360" y="3115330"/>
            <a:ext cx="5800000" cy="7000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794360" y="3248281"/>
            <a:ext cx="54000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"Just 3 left in stock"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794360" y="3532400"/>
            <a:ext cx="540000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Scarcity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602598" y="4084205"/>
            <a:ext cx="5800000" cy="7000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794360" y="4188324"/>
            <a:ext cx="54000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"Cancel only by certified mail"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794360" y="4501276"/>
            <a:ext cx="540000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Forced Action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602598" y="4999535"/>
            <a:ext cx="5800000" cy="7000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794360" y="5091297"/>
            <a:ext cx="54000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"Free trial — auto-renews at $49.99/mo"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794360" y="5416605"/>
            <a:ext cx="540000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Sneaking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6700000" y="2200000"/>
            <a:ext cx="5000000" cy="35000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6950000" y="2400000"/>
            <a:ext cx="4500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Why now?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6950000" y="2900000"/>
            <a:ext cx="45000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Mathur et al. (2019) found them on 11% of 11,000 shopping sites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6950000" y="3700000"/>
            <a:ext cx="450000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EU Digital Services Act (2022) mandates auditing &amp; removal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6950000" y="4500000"/>
            <a:ext cx="45000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Need: automated, explainable detection regulators can audit and operators can act 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18" descr="Picture 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071"/>
            <a:ext cx="12192000" cy="896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09050" y="5852400"/>
            <a:ext cx="4467259" cy="27255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2CAA70-DB43-6817-17D1-FE2B3DF7EE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93B89-AB3E-3F28-A5EA-2E3D67B2CBA8}"/>
              </a:ext>
            </a:extLst>
          </p:cNvPr>
          <p:cNvSpPr txBox="1"/>
          <p:nvPr/>
        </p:nvSpPr>
        <p:spPr>
          <a:xfrm>
            <a:off x="10630829" y="-1"/>
            <a:ext cx="14496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11.05.2026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/>
          <p:nvPr/>
        </p:nvSpPr>
        <p:spPr>
          <a:xfrm>
            <a:off x="0" y="6277356"/>
            <a:ext cx="12191695" cy="580644"/>
          </a:xfrm>
          <a:prstGeom prst="rect">
            <a:avLst/>
          </a:prstGeom>
          <a:solidFill>
            <a:srgbClr val="F2F5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713232" y="6428232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GROUP 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3154680" y="641908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Jobin Roy · Akshita Sakshi · Shifin Mohammed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9006840" y="641908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HCNLP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594360" y="1259831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Existing approaches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594360" y="2400425"/>
            <a:ext cx="3709200" cy="17433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844360" y="2600425"/>
            <a:ext cx="3200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Fine-tuned classifiers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844160" y="2860900"/>
            <a:ext cx="32001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(Yada et al. 2022 BERT)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844160" y="3109068"/>
            <a:ext cx="320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No explanation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844160" y="3383824"/>
            <a:ext cx="320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 No evidence span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844160" y="3695751"/>
            <a:ext cx="320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 No rewrite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4494360" y="2400425"/>
            <a:ext cx="3699900" cy="17433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4744360" y="2600425"/>
            <a:ext cx="3200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Zero-shot LLM (Just Prompting)</a:t>
            </a:r>
            <a:endParaRPr sz="1500" b="1" i="0" u="none" strike="noStrike" cap="none">
              <a:solidFill>
                <a:srgbClr val="C039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4742397" y="3067254"/>
            <a:ext cx="320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Macro F1 only 0.488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4748910" y="3379180"/>
            <a:ext cx="320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Misdirection F1 = 0.000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4748910" y="3700400"/>
            <a:ext cx="320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F1 collapses on rare classes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8394360" y="2400425"/>
            <a:ext cx="3458400" cy="17433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8644360" y="2600425"/>
            <a:ext cx="3200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What we want instead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8631334" y="3001440"/>
            <a:ext cx="320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Regulators</a:t>
            </a:r>
            <a:r>
              <a:rPr lang="en-US" sz="12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: which lever, which harm?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8644360" y="3313367"/>
            <a:ext cx="32001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SzPts val="1200"/>
            </a:pPr>
            <a:r>
              <a:rPr lang="en-US" sz="1200" b="1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Operators</a:t>
            </a:r>
            <a:r>
              <a:rPr lang="en-US" sz="12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: how to fix the snippet?</a:t>
            </a:r>
            <a:endParaRPr 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8644360" y="3671757"/>
            <a:ext cx="320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An output that can be audited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594360" y="5500000"/>
            <a:ext cx="11000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Gap: Neither option produces an output a regulator can audit or an operator can act on directly.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19" descr="Picture 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0583"/>
            <a:ext cx="12192000" cy="896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1032" y="5832784"/>
            <a:ext cx="5362636" cy="3271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83844D-A557-B97F-7603-7099BEDEA9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62AB3E-B367-5D98-208C-15C9849F9A3F}"/>
              </a:ext>
            </a:extLst>
          </p:cNvPr>
          <p:cNvSpPr txBox="1"/>
          <p:nvPr/>
        </p:nvSpPr>
        <p:spPr>
          <a:xfrm>
            <a:off x="10630829" y="-1"/>
            <a:ext cx="14496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11.05.2026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/>
          <p:nvPr/>
        </p:nvSpPr>
        <p:spPr>
          <a:xfrm>
            <a:off x="0" y="6277356"/>
            <a:ext cx="12191695" cy="580644"/>
          </a:xfrm>
          <a:prstGeom prst="rect">
            <a:avLst/>
          </a:prstGeom>
          <a:solidFill>
            <a:srgbClr val="F2F5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713232" y="6428232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GROUP 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3154680" y="641908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Jobin Roy · Akshita Sakshi · Shifin Mohammed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9006840" y="641908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HCNLP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594360" y="1009406"/>
            <a:ext cx="109728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rgbClr val="0070C0"/>
                </a:solidFill>
                <a:ea typeface="Play"/>
                <a:sym typeface="Play"/>
              </a:rPr>
              <a:t>Source corpus: EC-DarkPattern (Yada et al., 2022)</a:t>
            </a:r>
            <a:endParaRPr sz="14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603504" y="1536192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The benchmark for dark-pattern detection in e-commerce listings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594360" y="2150000"/>
            <a:ext cx="5500000" cy="370000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844360" y="2350000"/>
            <a:ext cx="50000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0070C0"/>
                </a:solidFill>
                <a:ea typeface="Play"/>
                <a:sym typeface="Play"/>
              </a:rPr>
              <a:t>What's in the corpus</a:t>
            </a:r>
            <a:endParaRPr sz="14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944360" y="2900000"/>
            <a:ext cx="48000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•  2,361 product-description snippets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944360" y="3380000"/>
            <a:ext cx="48000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•  Source: Amazon product listings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944360" y="3860000"/>
            <a:ext cx="48000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•  Annotated by trained crowdworkers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944360" y="4340000"/>
            <a:ext cx="48000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•  Inter-annotator agreement κ &gt; 0.7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944360" y="4820000"/>
            <a:ext cx="48000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•  8-category taxonomy (right)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844360" y="5350000"/>
            <a:ext cx="50000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Yada et al. show fine-tuned BERT beats rule-based methods, but classification is all you get. No explanation.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6300000" y="2150000"/>
            <a:ext cx="54000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0070C0"/>
                </a:solidFill>
                <a:ea typeface="Play"/>
                <a:sym typeface="Play"/>
              </a:rPr>
              <a:t>The 8-category taxonomy</a:t>
            </a:r>
            <a:endParaRPr sz="14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graphicFrame>
        <p:nvGraphicFramePr>
          <p:cNvPr id="196" name="Google Shape;196;p20"/>
          <p:cNvGraphicFramePr/>
          <p:nvPr/>
        </p:nvGraphicFramePr>
        <p:xfrm>
          <a:off x="6300000" y="2630000"/>
          <a:ext cx="5400000" cy="2900025"/>
        </p:xfrm>
        <a:graphic>
          <a:graphicData uri="http://schemas.openxmlformats.org/drawingml/2006/table">
            <a:tbl>
              <a:tblPr firstRow="1" bandRow="1">
                <a:noFill/>
                <a:tableStyleId>{B35D3D7B-829A-4DB3-89FD-CE8D1B8913DF}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2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Category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003F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Example signal phrase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003F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444A5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Dark Pattern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444A5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444A5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Scarcity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444A5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"only 3 left"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444A5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Social Proof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444A5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"61 people just bought"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444A5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Urgency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444A5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"2 hours remaining"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444A5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Misdirection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444A5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"no thanks, I despise..."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444A5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Obstruction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444A5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"cancel only by mail"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444A5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Sneaking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444A5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free trial w/ auto-renewal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444A5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Forced Action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444A5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"agree to all to continue"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97" name="Google Shape;197;p20"/>
          <p:cNvSpPr txBox="1"/>
          <p:nvPr/>
        </p:nvSpPr>
        <p:spPr>
          <a:xfrm>
            <a:off x="594360" y="5950000"/>
            <a:ext cx="111000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300" b="1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What we changed: re-stratified to 70/15/15 v2 splits + added 145 synthetic rare-class examples → working corpus 2,501.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20" descr="Picture 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"/>
            <a:ext cx="12192000" cy="896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2336" y="5879683"/>
            <a:ext cx="5289500" cy="32272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1611BA-AEAA-BAE9-4563-B9EBD49E24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5A4D8E-734C-4316-C83D-925B4018F649}"/>
              </a:ext>
            </a:extLst>
          </p:cNvPr>
          <p:cNvSpPr txBox="1"/>
          <p:nvPr/>
        </p:nvSpPr>
        <p:spPr>
          <a:xfrm>
            <a:off x="10630829" y="-1"/>
            <a:ext cx="14496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11.05.2026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/>
          <p:nvPr/>
        </p:nvSpPr>
        <p:spPr>
          <a:xfrm>
            <a:off x="0" y="6277356"/>
            <a:ext cx="12191695" cy="580644"/>
          </a:xfrm>
          <a:prstGeom prst="rect">
            <a:avLst/>
          </a:prstGeom>
          <a:solidFill>
            <a:srgbClr val="F2F5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713232" y="6428232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GROUP 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3154680" y="641908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Jobin Roy · Akshita Sakshi · Shifin Mohammed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9006840" y="641908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HCNLP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594360" y="1009406"/>
            <a:ext cx="109728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rgbClr val="0070C0"/>
                </a:solidFill>
                <a:ea typeface="Play"/>
                <a:sym typeface="Play"/>
              </a:rPr>
              <a:t>Synthetic augmentation: the rare-class problem</a:t>
            </a:r>
            <a:endParaRPr sz="14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603504" y="1536192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Three categories were too rare to learn or evaluate reliably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594360" y="2150000"/>
            <a:ext cx="5500000" cy="19000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844360" y="2350000"/>
            <a:ext cx="5000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C0392B"/>
                </a:solidFill>
                <a:ea typeface="Play"/>
                <a:sym typeface="Play"/>
              </a:rPr>
              <a:t>The problem</a:t>
            </a:r>
            <a:endParaRPr sz="14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859693" y="2629867"/>
            <a:ext cx="4800000" cy="2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•  Original test set had zero Forced Action examples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859693" y="2919867"/>
            <a:ext cx="4800000" cy="2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•  Sneaking: 8 total; Obstruction: 27 total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859693" y="3209867"/>
            <a:ext cx="4800000" cy="2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•  Both BERT and zero-shot LLM hit F1 = 0 here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859693" y="3499867"/>
            <a:ext cx="4800000" cy="2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•  Zero-shot rarely sees them in context either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6300000" y="2150000"/>
            <a:ext cx="5400000" cy="19000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6550000" y="2350000"/>
            <a:ext cx="4900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70C0"/>
                </a:solidFill>
                <a:ea typeface="Play"/>
                <a:sym typeface="Play"/>
              </a:rPr>
              <a:t>The method</a:t>
            </a:r>
            <a:endParaRPr sz="14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6582267" y="2596000"/>
            <a:ext cx="4700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•  Composite prompting (Kochanek et al. 2024)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6582267" y="2836000"/>
            <a:ext cx="4700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•  Real exemplar + structured mechanism + harm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6582267" y="3076000"/>
            <a:ext cx="4700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•  LLM generates paraphrases of the seed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6582267" y="3316000"/>
            <a:ext cx="47001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•  Bigram-Jaccard filter &gt; 0.4 to discard duplicates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6582267" y="3556000"/>
            <a:ext cx="47001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•  145 examples added: 103 train, 42 val/test (stratified)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594360" y="4250000"/>
            <a:ext cx="111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Ablation: BERT classifier macro F1 across augmentation proportions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4" name="Google Shape;224;p21"/>
          <p:cNvGraphicFramePr/>
          <p:nvPr/>
        </p:nvGraphicFramePr>
        <p:xfrm>
          <a:off x="594360" y="4600000"/>
          <a:ext cx="11100000" cy="1500000"/>
        </p:xfrm>
        <a:graphic>
          <a:graphicData uri="http://schemas.openxmlformats.org/drawingml/2006/table">
            <a:tbl>
              <a:tblPr firstRow="1" bandRow="1">
                <a:noFill/>
                <a:tableStyleId>{B35D3D7B-829A-4DB3-89FD-CE8D1B8913DF}</a:tableStyleId>
              </a:tblPr>
              <a:tblGrid>
                <a:gridCol w="22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Augmentation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003F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Macro F1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003F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Forced Action F1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003F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Sneaking F1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003F6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Obstruction F1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003F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444A5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 (no augmentation)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444A5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0.785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444A5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444A5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0.545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444A5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0.923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444A5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33%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444A5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0.952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444A5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1.000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444A5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0.769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444A5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0.960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444A5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67%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444A5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0.964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444A5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1.000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444A5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0.933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444A5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0.923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444A5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 (full augmentation)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444A5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0.968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444A5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1.000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444A5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>
                          <a:solidFill>
                            <a:srgbClr val="444A5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0.960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25" name="Google Shape;225;p21" descr="Picture 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071"/>
            <a:ext cx="12192000" cy="896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82267" y="6059838"/>
            <a:ext cx="5401134" cy="32953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D09386-8038-FFD6-94D1-7AF0DB3D23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38BC1F-B840-4322-F886-203711033E54}"/>
              </a:ext>
            </a:extLst>
          </p:cNvPr>
          <p:cNvSpPr txBox="1"/>
          <p:nvPr/>
        </p:nvSpPr>
        <p:spPr>
          <a:xfrm>
            <a:off x="10630829" y="-1"/>
            <a:ext cx="14496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11.05.2026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"/>
          <p:cNvSpPr/>
          <p:nvPr/>
        </p:nvSpPr>
        <p:spPr>
          <a:xfrm>
            <a:off x="0" y="6277356"/>
            <a:ext cx="12191700" cy="580500"/>
          </a:xfrm>
          <a:prstGeom prst="rect">
            <a:avLst/>
          </a:prstGeom>
          <a:solidFill>
            <a:srgbClr val="F2F5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 txBox="1"/>
          <p:nvPr/>
        </p:nvSpPr>
        <p:spPr>
          <a:xfrm>
            <a:off x="713232" y="6428232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GROUP 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3154680" y="6419088"/>
            <a:ext cx="5029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Jobin Roy · Akshita Sakshi · Shifin Mohammed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9006840" y="6419088"/>
            <a:ext cx="1417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HCNLP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594360" y="1009406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How we generated synthetic examples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603504" y="1536192"/>
            <a:ext cx="10972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Hybrid similarity-plus-composite prompting (Kochanek et al., 2024)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594350" y="2150000"/>
            <a:ext cx="11100000" cy="8964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800000" y="2280000"/>
            <a:ext cx="1070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Kochanek et al. (2024) — Improving Training Dataset Balance with ChatGPT Prompt Engineering.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800000" y="2610000"/>
            <a:ext cx="10700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Paper compares three prompting strategies for class-imbalance rebalancing: basic, composite, and similarity. We implement the similarity+composite hybrid the paper proposes as future work.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594351" y="3200000"/>
            <a:ext cx="3488700" cy="179160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noFill/>
          </a:ln>
          <a:effectLst>
            <a:outerShdw blurRad="37718" dist="21688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86200" tIns="43100" rIns="86200" bIns="43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97"/>
              <a:buFont typeface="Arial"/>
              <a:buNone/>
            </a:pPr>
            <a:endParaRPr sz="169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844360" y="3400000"/>
            <a:ext cx="3200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1.  Similarity seeding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844360" y="3900000"/>
            <a:ext cx="3200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(from paper) Each call seeds the LLM with a real example from the target rare class. Keeps generated text domain-grounded rather than template fill-in.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4271859" y="3200000"/>
            <a:ext cx="3488700" cy="179160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noFill/>
          </a:ln>
          <a:effectLst>
            <a:outerShdw blurRad="37718" dist="21688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86200" tIns="43100" rIns="86200" bIns="43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97"/>
              <a:buFont typeface="Arial"/>
              <a:buNone/>
            </a:pPr>
            <a:endParaRPr sz="169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2"/>
          <p:cNvSpPr txBox="1"/>
          <p:nvPr/>
        </p:nvSpPr>
        <p:spPr>
          <a:xfrm>
            <a:off x="4416172" y="3400900"/>
            <a:ext cx="3200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2.  Composite descriptors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4480710" y="3874500"/>
            <a:ext cx="3200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Probabilistic slots assembled into the prompt: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  •  manipulation mechanism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  •  harm dimension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  •  product type (rotation)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7949368" y="3200000"/>
            <a:ext cx="3488700" cy="179160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noFill/>
          </a:ln>
          <a:effectLst>
            <a:outerShdw blurRad="37718" dist="21688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86200" tIns="43100" rIns="86200" bIns="43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97"/>
              <a:buFont typeface="Arial"/>
              <a:buNone/>
            </a:pPr>
            <a:endParaRPr sz="169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2"/>
          <p:cNvSpPr txBox="1"/>
          <p:nvPr/>
        </p:nvSpPr>
        <p:spPr>
          <a:xfrm>
            <a:off x="8183885" y="3400900"/>
            <a:ext cx="3200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3.  Format &amp; temperature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8183885" y="3900000"/>
            <a:ext cx="320010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444A52"/>
                </a:solidFill>
              </a:rPr>
              <a:t>JSON</a:t>
            </a:r>
            <a:r>
              <a:rPr lang="en-US" sz="11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 output </a:t>
            </a:r>
            <a:r>
              <a:rPr lang="en-US" sz="1100">
                <a:solidFill>
                  <a:srgbClr val="444A52"/>
                </a:solidFill>
              </a:rPr>
              <a:t>to</a:t>
            </a:r>
            <a:r>
              <a:rPr lang="en-US" sz="11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 Python list (parse </a:t>
            </a:r>
            <a:r>
              <a:rPr lang="en-US" sz="1100" b="0" i="0" u="none" strike="noStrike" cap="none" dirty="0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reliability).</a:t>
            </a:r>
            <a:endParaRPr 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171450" indent="-171450">
              <a:buSzPts val="1100"/>
              <a:buChar char="•"/>
            </a:pPr>
            <a:r>
              <a:rPr lang="en-US" sz="11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Temperature 0.8 (paper).</a:t>
            </a:r>
            <a:endParaRPr lang="en-US"/>
          </a:p>
          <a:p>
            <a:pPr marL="171450" marR="0" lvl="0" indent="-171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 sz="11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We use Qwen3 8B locally </a:t>
            </a:r>
            <a:r>
              <a:rPr lang="en-US" sz="1100" b="0" i="0" u="none" strike="noStrike" cap="none" dirty="0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instead of GPT-3.5-turbo.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594360" y="5250000"/>
            <a:ext cx="11100000" cy="8001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2"/>
          <p:cNvSpPr txBox="1"/>
          <p:nvPr/>
        </p:nvSpPr>
        <p:spPr>
          <a:xfrm>
            <a:off x="844360" y="5380000"/>
            <a:ext cx="10599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Prompt template (simplified)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844360" y="5690000"/>
            <a:ext cx="105999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"Generate a {product_type} listing exhibiting {category} via {mechanism}. Reference example: '{seed}'. Output one JSON snippet."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" name="Google Shape;253;p22" descr="Picture 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071"/>
            <a:ext cx="12192000" cy="896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4310" y="6020610"/>
            <a:ext cx="5612764" cy="34244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EEA6D2-EBF1-0B39-6485-6B9699C60A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692010-DAE0-AC9B-71A7-C25347499E41}"/>
              </a:ext>
            </a:extLst>
          </p:cNvPr>
          <p:cNvSpPr txBox="1"/>
          <p:nvPr/>
        </p:nvSpPr>
        <p:spPr>
          <a:xfrm>
            <a:off x="10630829" y="-1"/>
            <a:ext cx="14496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11.05.2026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3"/>
          <p:cNvSpPr/>
          <p:nvPr/>
        </p:nvSpPr>
        <p:spPr>
          <a:xfrm>
            <a:off x="0" y="6277356"/>
            <a:ext cx="12191695" cy="580644"/>
          </a:xfrm>
          <a:prstGeom prst="rect">
            <a:avLst/>
          </a:prstGeom>
          <a:solidFill>
            <a:srgbClr val="F2F5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3"/>
          <p:cNvSpPr txBox="1"/>
          <p:nvPr/>
        </p:nvSpPr>
        <p:spPr>
          <a:xfrm>
            <a:off x="713232" y="6428232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GROUP 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3"/>
          <p:cNvSpPr txBox="1"/>
          <p:nvPr/>
        </p:nvSpPr>
        <p:spPr>
          <a:xfrm>
            <a:off x="3154680" y="641908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Jobin Roy · Akshita Sakshi · Shifin Mohammed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3"/>
          <p:cNvSpPr txBox="1"/>
          <p:nvPr/>
        </p:nvSpPr>
        <p:spPr>
          <a:xfrm>
            <a:off x="9006840" y="641908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HCNLP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3"/>
          <p:cNvSpPr txBox="1"/>
          <p:nvPr/>
        </p:nvSpPr>
        <p:spPr>
          <a:xfrm>
            <a:off x="594360" y="1009406"/>
            <a:ext cx="109728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rgbClr val="0070C0"/>
                </a:solidFill>
                <a:ea typeface="Play"/>
                <a:sym typeface="Play"/>
              </a:rPr>
              <a:t>Did synthetic data introduce hidden issues?</a:t>
            </a:r>
            <a:endParaRPr sz="14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346010" y="1702713"/>
            <a:ext cx="3699900" cy="24000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3"/>
          <p:cNvSpPr txBox="1"/>
          <p:nvPr/>
        </p:nvSpPr>
        <p:spPr>
          <a:xfrm>
            <a:off x="596010" y="1952713"/>
            <a:ext cx="3200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70C0"/>
                </a:solidFill>
                <a:ea typeface="Play"/>
                <a:sym typeface="Play"/>
              </a:rPr>
              <a:t>1.  Bigram-Jaccard filter</a:t>
            </a:r>
            <a:endParaRPr sz="14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266" name="Google Shape;266;p23"/>
          <p:cNvSpPr txBox="1"/>
          <p:nvPr/>
        </p:nvSpPr>
        <p:spPr>
          <a:xfrm>
            <a:off x="596010" y="2552713"/>
            <a:ext cx="32001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Synthetic examples sharing</a:t>
            </a:r>
            <a:r>
              <a:rPr lang="en-US" sz="1200" b="1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 &gt; 0.4</a:t>
            </a:r>
            <a:r>
              <a:rPr lang="en-US" sz="12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 bigram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overlap with any existing training example were discarded post-generation.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444A5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Prevents near-duplicate regeneration.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4246010" y="1702713"/>
            <a:ext cx="3699900" cy="24000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4496010" y="1952713"/>
            <a:ext cx="3200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SzPts val="1400"/>
            </a:pPr>
            <a:r>
              <a:rPr lang="en-US" sz="1400" b="1" i="0" u="none" strike="noStrike" cap="none">
                <a:solidFill>
                  <a:srgbClr val="0070C0"/>
                </a:solidFill>
                <a:ea typeface="Play"/>
                <a:sym typeface="Play"/>
              </a:rPr>
              <a:t>2.  </a:t>
            </a:r>
            <a:r>
              <a:rPr lang="en-US" b="1">
                <a:solidFill>
                  <a:srgbClr val="0070C0"/>
                </a:solidFill>
                <a:ea typeface="Play"/>
                <a:sym typeface="Play"/>
              </a:rPr>
              <a:t>Distinct bigram</a:t>
            </a:r>
            <a:r>
              <a:rPr lang="en-US" sz="1400" b="1" i="0" u="none" strike="noStrike" cap="none">
                <a:solidFill>
                  <a:srgbClr val="0070C0"/>
                </a:solidFill>
                <a:ea typeface="Play"/>
                <a:sym typeface="Play"/>
              </a:rPr>
              <a:t> ratios: 0.95 – 0.99</a:t>
            </a:r>
            <a:endParaRPr lang="en-US" sz="14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>
            <a:off x="4496010" y="2552713"/>
            <a:ext cx="32001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SzPts val="1200"/>
            </a:pPr>
            <a:r>
              <a:rPr lang="en-US" sz="12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Between real and synthetic text.</a:t>
            </a:r>
            <a:endParaRPr lang="en-US"/>
          </a:p>
          <a:p>
            <a:pPr>
              <a:buSzPts val="1200"/>
            </a:pPr>
            <a:endParaRPr lang="en-US" sz="1200">
              <a:solidFill>
                <a:srgbClr val="444A52"/>
              </a:solidFill>
            </a:endParaRPr>
          </a:p>
          <a:p>
            <a:pPr>
              <a:buSzPts val="1200"/>
            </a:pPr>
            <a:r>
              <a:rPr lang="en-US" sz="12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Synthetic outputs have distinct bigram inventories, so they do not collapse to a single template.</a:t>
            </a:r>
            <a:endParaRPr 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8146010" y="1702713"/>
            <a:ext cx="3699900" cy="24000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3"/>
          <p:cNvSpPr txBox="1"/>
          <p:nvPr/>
        </p:nvSpPr>
        <p:spPr>
          <a:xfrm>
            <a:off x="8396010" y="1952713"/>
            <a:ext cx="3200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SzPts val="1400"/>
            </a:pPr>
            <a:r>
              <a:rPr lang="en-US" sz="1400" b="1" i="0" u="none" strike="noStrike" cap="none">
                <a:solidFill>
                  <a:srgbClr val="0070C0"/>
                </a:solidFill>
                <a:ea typeface="Play"/>
                <a:sym typeface="Play"/>
              </a:rPr>
              <a:t>3.  Pairwise overlap</a:t>
            </a:r>
            <a:r>
              <a:rPr lang="en-US" b="1">
                <a:solidFill>
                  <a:srgbClr val="0070C0"/>
                </a:solidFill>
                <a:ea typeface="Play"/>
                <a:sym typeface="Play"/>
              </a:rPr>
              <a:t> </a:t>
            </a:r>
            <a:endParaRPr lang="en-US" sz="14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272" name="Google Shape;272;p23"/>
          <p:cNvSpPr txBox="1"/>
          <p:nvPr/>
        </p:nvSpPr>
        <p:spPr>
          <a:xfrm>
            <a:off x="8396010" y="2552713"/>
            <a:ext cx="32001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SzPts val="1200"/>
            </a:pPr>
            <a:r>
              <a:rPr lang="en-US" sz="12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Real ↔ real bigram overlap &lt; 0.015. </a:t>
            </a:r>
            <a:endParaRPr lang="en-US"/>
          </a:p>
          <a:p>
            <a:pPr>
              <a:buSzPts val="1200"/>
            </a:pPr>
            <a:r>
              <a:rPr lang="en-US" sz="12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Real ↔ synthetic cross-overlap &lt; 0.40.</a:t>
            </a:r>
            <a:endParaRPr lang="en-US"/>
          </a:p>
          <a:p>
            <a:pPr>
              <a:buSzPts val="1200"/>
            </a:pPr>
            <a:endParaRPr lang="en-US" sz="1200">
              <a:solidFill>
                <a:srgbClr val="444A52"/>
              </a:solidFill>
            </a:endParaRPr>
          </a:p>
          <a:p>
            <a:pPr>
              <a:buSzPts val="1200"/>
            </a:pPr>
            <a:r>
              <a:rPr lang="en-US" sz="12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Synthetic examples are not paraphrases of specific real examples.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530760" y="4402175"/>
            <a:ext cx="11100000" cy="11001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3"/>
          <p:cNvSpPr txBox="1"/>
          <p:nvPr/>
        </p:nvSpPr>
        <p:spPr>
          <a:xfrm>
            <a:off x="780760" y="4552175"/>
            <a:ext cx="105999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C0392B"/>
                </a:solidFill>
                <a:ea typeface="Play"/>
                <a:sym typeface="Play"/>
              </a:rPr>
              <a:t>Honest disclosure</a:t>
            </a:r>
            <a:endParaRPr sz="14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275" name="Google Shape;275;p23"/>
          <p:cNvSpPr txBox="1"/>
          <p:nvPr/>
        </p:nvSpPr>
        <p:spPr>
          <a:xfrm>
            <a:off x="780760" y="4827257"/>
            <a:ext cx="1059990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buSzPts val="1100"/>
              <a:buChar char="•"/>
            </a:pPr>
            <a:r>
              <a:rPr lang="en-US" sz="11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19 of 376 test examples are synthetic (5%).</a:t>
            </a:r>
            <a:endParaRPr lang="en-US"/>
          </a:p>
          <a:p>
            <a:pPr marL="171450" indent="-171450">
              <a:buSzPts val="1100"/>
              <a:buChar char="•"/>
            </a:pPr>
            <a:r>
              <a:rPr lang="en-US" sz="11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A fine-tuned classifier can implicitly </a:t>
            </a:r>
            <a:r>
              <a:rPr lang="en-US" sz="1100">
                <a:solidFill>
                  <a:srgbClr val="444A52"/>
                </a:solidFill>
              </a:rPr>
              <a:t>memorize</a:t>
            </a:r>
            <a:r>
              <a:rPr lang="en-US" sz="11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 the synthetic generator's style.</a:t>
            </a:r>
            <a:endParaRPr lang="en-US"/>
          </a:p>
          <a:p>
            <a:pPr marL="171450" indent="-171450">
              <a:buSzPts val="1100"/>
              <a:buChar char="•"/>
            </a:pPr>
            <a:r>
              <a:rPr lang="en-US" sz="11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RAG cannot, since there are no gradient updates. Real-only re-evaluation is left for future work.</a:t>
            </a:r>
          </a:p>
          <a:p>
            <a:pPr marL="171450" indent="-171450">
              <a:buSzPts val="1100"/>
              <a:buChar char="•"/>
            </a:pPr>
            <a:endParaRPr lang="en-US" sz="1100">
              <a:solidFill>
                <a:srgbClr val="444A52"/>
              </a:solidFill>
            </a:endParaRPr>
          </a:p>
        </p:txBody>
      </p:sp>
      <p:pic>
        <p:nvPicPr>
          <p:cNvPr id="276" name="Google Shape;276;p23" descr="Picture 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071"/>
            <a:ext cx="12192000" cy="896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0126" y="5924103"/>
            <a:ext cx="5275784" cy="3218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9845CE-EC5F-CB3F-D6C4-158C66DC8F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5B67EB-25D1-C702-65B7-1ED5BB8258A1}"/>
              </a:ext>
            </a:extLst>
          </p:cNvPr>
          <p:cNvSpPr txBox="1"/>
          <p:nvPr/>
        </p:nvSpPr>
        <p:spPr>
          <a:xfrm>
            <a:off x="10630829" y="-1"/>
            <a:ext cx="14496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11.05.2026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4"/>
          <p:cNvSpPr/>
          <p:nvPr/>
        </p:nvSpPr>
        <p:spPr>
          <a:xfrm>
            <a:off x="0" y="6277356"/>
            <a:ext cx="12191700" cy="580500"/>
          </a:xfrm>
          <a:prstGeom prst="rect">
            <a:avLst/>
          </a:prstGeom>
          <a:solidFill>
            <a:srgbClr val="F2F5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4"/>
          <p:cNvSpPr txBox="1"/>
          <p:nvPr/>
        </p:nvSpPr>
        <p:spPr>
          <a:xfrm>
            <a:off x="713232" y="6428232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GROUP 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4"/>
          <p:cNvSpPr txBox="1"/>
          <p:nvPr/>
        </p:nvSpPr>
        <p:spPr>
          <a:xfrm>
            <a:off x="3154680" y="641908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Jobin Roy · Akshita Sakshi · Shifin Mohammed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4"/>
          <p:cNvSpPr txBox="1"/>
          <p:nvPr/>
        </p:nvSpPr>
        <p:spPr>
          <a:xfrm>
            <a:off x="9006840" y="641908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HCNLP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4"/>
          <p:cNvSpPr txBox="1"/>
          <p:nvPr/>
        </p:nvSpPr>
        <p:spPr>
          <a:xfrm>
            <a:off x="594360" y="1009406"/>
            <a:ext cx="109728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rgbClr val="0070C0"/>
                </a:solidFill>
                <a:ea typeface="Play"/>
                <a:sym typeface="Play"/>
              </a:rPr>
              <a:t>German dark-pattern test set</a:t>
            </a:r>
            <a:endParaRPr sz="14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288" name="Google Shape;288;p24"/>
          <p:cNvSpPr/>
          <p:nvPr/>
        </p:nvSpPr>
        <p:spPr>
          <a:xfrm>
            <a:off x="755750" y="1702713"/>
            <a:ext cx="2400000" cy="8001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4"/>
          <p:cNvSpPr txBox="1"/>
          <p:nvPr/>
        </p:nvSpPr>
        <p:spPr>
          <a:xfrm>
            <a:off x="755750" y="1802713"/>
            <a:ext cx="24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3F63"/>
                </a:solidFill>
                <a:ea typeface="Play"/>
                <a:sym typeface="Play"/>
              </a:rPr>
              <a:t>102</a:t>
            </a:r>
            <a:endParaRPr sz="14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290" name="Google Shape;290;p24"/>
          <p:cNvSpPr txBox="1"/>
          <p:nvPr/>
        </p:nvSpPr>
        <p:spPr>
          <a:xfrm>
            <a:off x="755750" y="2222713"/>
            <a:ext cx="2400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candidates scraped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3185750" y="1982713"/>
            <a:ext cx="290100" cy="24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07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3505750" y="1702713"/>
            <a:ext cx="2400000" cy="8001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4"/>
          <p:cNvSpPr txBox="1"/>
          <p:nvPr/>
        </p:nvSpPr>
        <p:spPr>
          <a:xfrm>
            <a:off x="3505750" y="1802713"/>
            <a:ext cx="24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3F63"/>
                </a:solidFill>
                <a:ea typeface="Play"/>
                <a:sym typeface="Play"/>
              </a:rPr>
              <a:t>76</a:t>
            </a:r>
            <a:endParaRPr sz="14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294" name="Google Shape;294;p24"/>
          <p:cNvSpPr txBox="1"/>
          <p:nvPr/>
        </p:nvSpPr>
        <p:spPr>
          <a:xfrm>
            <a:off x="3505750" y="2222713"/>
            <a:ext cx="2400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unique (dedup)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5935750" y="1982713"/>
            <a:ext cx="290100" cy="24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07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6255750" y="1702713"/>
            <a:ext cx="2400000" cy="8001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4"/>
          <p:cNvSpPr txBox="1"/>
          <p:nvPr/>
        </p:nvSpPr>
        <p:spPr>
          <a:xfrm>
            <a:off x="6255750" y="1802713"/>
            <a:ext cx="24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3F63"/>
                </a:solidFill>
                <a:ea typeface="Play"/>
                <a:sym typeface="Play"/>
              </a:rPr>
              <a:t>71</a:t>
            </a:r>
            <a:endParaRPr sz="14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298" name="Google Shape;298;p24"/>
          <p:cNvSpPr txBox="1"/>
          <p:nvPr/>
        </p:nvSpPr>
        <p:spPr>
          <a:xfrm>
            <a:off x="6255750" y="2222713"/>
            <a:ext cx="2400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final test set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4"/>
          <p:cNvSpPr/>
          <p:nvPr/>
        </p:nvSpPr>
        <p:spPr>
          <a:xfrm>
            <a:off x="8685750" y="1982713"/>
            <a:ext cx="290100" cy="24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07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4"/>
          <p:cNvSpPr/>
          <p:nvPr/>
        </p:nvSpPr>
        <p:spPr>
          <a:xfrm>
            <a:off x="9005750" y="1702713"/>
            <a:ext cx="2400000" cy="8001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4"/>
          <p:cNvSpPr txBox="1"/>
          <p:nvPr/>
        </p:nvSpPr>
        <p:spPr>
          <a:xfrm>
            <a:off x="9005750" y="1802713"/>
            <a:ext cx="24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03F63"/>
                </a:solidFill>
                <a:ea typeface="Play"/>
                <a:sym typeface="Play"/>
              </a:rPr>
              <a:t>6</a:t>
            </a:r>
            <a:r>
              <a:rPr lang="en-US" sz="2400" b="1" i="0" u="none" strike="noStrike" cap="none">
                <a:solidFill>
                  <a:srgbClr val="003F63"/>
                </a:solidFill>
                <a:ea typeface="Play"/>
                <a:sym typeface="Play"/>
              </a:rPr>
              <a:t> – 12</a:t>
            </a:r>
            <a:endParaRPr sz="14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302" name="Google Shape;302;p24"/>
          <p:cNvSpPr txBox="1"/>
          <p:nvPr/>
        </p:nvSpPr>
        <p:spPr>
          <a:xfrm>
            <a:off x="9005750" y="2222713"/>
            <a:ext cx="2400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per class (balanced)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4"/>
          <p:cNvSpPr/>
          <p:nvPr/>
        </p:nvSpPr>
        <p:spPr>
          <a:xfrm>
            <a:off x="536260" y="3001475"/>
            <a:ext cx="5499900" cy="189990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4"/>
          <p:cNvSpPr txBox="1"/>
          <p:nvPr/>
        </p:nvSpPr>
        <p:spPr>
          <a:xfrm>
            <a:off x="799810" y="3201438"/>
            <a:ext cx="5000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70C0"/>
                </a:solidFill>
                <a:ea typeface="Play"/>
                <a:sym typeface="Play"/>
              </a:rPr>
              <a:t>Sources &amp; scope</a:t>
            </a:r>
            <a:endParaRPr sz="14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305" name="Google Shape;305;p24"/>
          <p:cNvSpPr txBox="1"/>
          <p:nvPr/>
        </p:nvSpPr>
        <p:spPr>
          <a:xfrm>
            <a:off x="799810" y="3531525"/>
            <a:ext cx="4800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•  4 e-commerce sites: Otto, Zalando, Shein, MediaMarkt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4"/>
          <p:cNvSpPr txBox="1"/>
          <p:nvPr/>
        </p:nvSpPr>
        <p:spPr>
          <a:xfrm>
            <a:off x="799810" y="3811525"/>
            <a:ext cx="4800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•  Listing pages, subscription flows, checkout screens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4"/>
          <p:cNvSpPr txBox="1"/>
          <p:nvPr/>
        </p:nvSpPr>
        <p:spPr>
          <a:xfrm>
            <a:off x="799810" y="4091525"/>
            <a:ext cx="4800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•  3 annotators (paper authors), independent labels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4"/>
          <p:cNvSpPr txBox="1"/>
          <p:nvPr/>
        </p:nvSpPr>
        <p:spPr>
          <a:xfrm>
            <a:off x="799810" y="4371525"/>
            <a:ext cx="4800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•  Resolved by majority vote; 5 cases without majority dropped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4"/>
          <p:cNvSpPr/>
          <p:nvPr/>
        </p:nvSpPr>
        <p:spPr>
          <a:xfrm>
            <a:off x="6255450" y="3001438"/>
            <a:ext cx="5400000" cy="189990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4"/>
          <p:cNvSpPr txBox="1"/>
          <p:nvPr/>
        </p:nvSpPr>
        <p:spPr>
          <a:xfrm>
            <a:off x="6505450" y="3201438"/>
            <a:ext cx="4899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70C0"/>
                </a:solidFill>
                <a:ea typeface="Play"/>
                <a:sym typeface="Play"/>
              </a:rPr>
              <a:t>Annotation guidelines</a:t>
            </a:r>
            <a:endParaRPr sz="14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311" name="Google Shape;311;p24"/>
          <p:cNvSpPr txBox="1"/>
          <p:nvPr/>
        </p:nvSpPr>
        <p:spPr>
          <a:xfrm>
            <a:off x="6505450" y="3521525"/>
            <a:ext cx="4899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Same 8-category EC-DarkPattern taxonomy, augmented with German signal phrases: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4"/>
          <p:cNvSpPr txBox="1"/>
          <p:nvPr/>
        </p:nvSpPr>
        <p:spPr>
          <a:xfrm>
            <a:off x="6605450" y="3921525"/>
            <a:ext cx="47001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"Nur noch X Stück"  →  Scarcity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4"/>
          <p:cNvSpPr txBox="1"/>
          <p:nvPr/>
        </p:nvSpPr>
        <p:spPr>
          <a:xfrm>
            <a:off x="6605450" y="4171525"/>
            <a:ext cx="47001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"automatische Verlängerung"  →  Sneaking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4"/>
          <p:cNvSpPr txBox="1"/>
          <p:nvPr/>
        </p:nvSpPr>
        <p:spPr>
          <a:xfrm>
            <a:off x="6605450" y="4421525"/>
            <a:ext cx="47001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"Kündigung nur per Einschreiben"  →  Obstruction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5" name="Google Shape;315;p24" descr="Picture 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071"/>
            <a:ext cx="12192000" cy="896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9810" y="5870473"/>
            <a:ext cx="5710480" cy="3484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94E94C-C78D-3CED-CED6-3F7546BB6A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221518-A3EE-A5A9-AE09-5A5A2AC966C5}"/>
              </a:ext>
            </a:extLst>
          </p:cNvPr>
          <p:cNvSpPr txBox="1"/>
          <p:nvPr/>
        </p:nvSpPr>
        <p:spPr>
          <a:xfrm>
            <a:off x="10630829" y="-1"/>
            <a:ext cx="14496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11.05.2026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5"/>
          <p:cNvSpPr/>
          <p:nvPr/>
        </p:nvSpPr>
        <p:spPr>
          <a:xfrm>
            <a:off x="-7600" y="6227576"/>
            <a:ext cx="12176700" cy="580500"/>
          </a:xfrm>
          <a:prstGeom prst="rect">
            <a:avLst/>
          </a:prstGeom>
          <a:solidFill>
            <a:srgbClr val="F2F5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5"/>
          <p:cNvSpPr txBox="1"/>
          <p:nvPr/>
        </p:nvSpPr>
        <p:spPr>
          <a:xfrm>
            <a:off x="713232" y="6378308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GROUP 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5"/>
          <p:cNvSpPr txBox="1"/>
          <p:nvPr/>
        </p:nvSpPr>
        <p:spPr>
          <a:xfrm>
            <a:off x="3154680" y="6419088"/>
            <a:ext cx="50292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Jobin Roy · Akshita Sakshi · Shifin Mohammed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5"/>
          <p:cNvSpPr txBox="1"/>
          <p:nvPr/>
        </p:nvSpPr>
        <p:spPr>
          <a:xfrm>
            <a:off x="9006840" y="6419088"/>
            <a:ext cx="14172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HCNLP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5"/>
          <p:cNvSpPr txBox="1"/>
          <p:nvPr/>
        </p:nvSpPr>
        <p:spPr>
          <a:xfrm>
            <a:off x="594360" y="1009406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rgbClr val="0070C0"/>
                </a:solidFill>
                <a:ea typeface="Play"/>
                <a:sym typeface="Play"/>
              </a:rPr>
              <a:t>System architecture: </a:t>
            </a:r>
            <a:r>
              <a:rPr lang="en-US" sz="3400" b="1">
                <a:solidFill>
                  <a:srgbClr val="0070C0"/>
                </a:solidFill>
                <a:ea typeface="Play"/>
                <a:sym typeface="Play"/>
              </a:rPr>
              <a:t>Two-Phase</a:t>
            </a:r>
            <a:r>
              <a:rPr lang="en-US" sz="3400" b="1" i="0" u="none" strike="noStrike" cap="none">
                <a:solidFill>
                  <a:srgbClr val="0070C0"/>
                </a:solidFill>
                <a:ea typeface="Play"/>
                <a:sym typeface="Play"/>
              </a:rPr>
              <a:t> Pipeline </a:t>
            </a:r>
            <a:endParaRPr sz="14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pic>
        <p:nvPicPr>
          <p:cNvPr id="327" name="Google Shape;327;p25" descr="Picture 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071"/>
            <a:ext cx="12192000" cy="896366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5"/>
          <p:cNvSpPr/>
          <p:nvPr/>
        </p:nvSpPr>
        <p:spPr>
          <a:xfrm>
            <a:off x="7414429" y="5336371"/>
            <a:ext cx="311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000" b="1" i="0" u="none" strike="noStrike" cap="none">
                <a:solidFill>
                  <a:srgbClr val="E87722"/>
                </a:solidFill>
                <a:ea typeface="Calibri"/>
                <a:sym typeface="Calibri"/>
              </a:rPr>
              <a:t>⑥</a:t>
            </a:r>
            <a:endParaRPr sz="2000" b="0" i="0" u="none" strike="noStrike" cap="none">
              <a:solidFill>
                <a:schemeClr val="dk1"/>
              </a:solidFill>
              <a:sym typeface="Arial"/>
            </a:endParaRPr>
          </a:p>
        </p:txBody>
      </p:sp>
      <p:sp>
        <p:nvSpPr>
          <p:cNvPr id="329" name="Google Shape;329;p25"/>
          <p:cNvSpPr/>
          <p:nvPr/>
        </p:nvSpPr>
        <p:spPr>
          <a:xfrm>
            <a:off x="1297083" y="1672916"/>
            <a:ext cx="4095767" cy="424483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5DCF0"/>
            </a:solidFill>
            <a:prstDash val="solid"/>
            <a:round/>
            <a:headEnd type="none" w="sm" len="sm"/>
            <a:tailEnd type="none" w="sm" len="sm"/>
          </a:ln>
          <a:effectLst>
            <a:outerShdw blurRad="68159" dist="2272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81775" tIns="81775" rIns="81775" bIns="817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5"/>
          <p:cNvSpPr/>
          <p:nvPr/>
        </p:nvSpPr>
        <p:spPr>
          <a:xfrm>
            <a:off x="1427949" y="1607770"/>
            <a:ext cx="4372234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1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ea typeface="Calibri"/>
                <a:sym typeface="Calibri"/>
              </a:rPr>
              <a:t>PHASE 1: Offline  (done once)</a:t>
            </a:r>
            <a:endParaRPr sz="1800" b="0" i="0" u="none" strike="noStrike" cap="none">
              <a:solidFill>
                <a:schemeClr val="dk1"/>
              </a:solidFill>
              <a:sym typeface="Arial"/>
            </a:endParaRPr>
          </a:p>
        </p:txBody>
      </p:sp>
      <p:sp>
        <p:nvSpPr>
          <p:cNvPr id="332" name="Google Shape;332;p25"/>
          <p:cNvSpPr/>
          <p:nvPr/>
        </p:nvSpPr>
        <p:spPr>
          <a:xfrm>
            <a:off x="1427949" y="2218478"/>
            <a:ext cx="42172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2"/>
              <a:buFont typeface="Arial"/>
              <a:buNone/>
            </a:pPr>
            <a:r>
              <a:rPr lang="en-US" sz="1200" b="0" i="0" u="none" strike="noStrike" cap="none">
                <a:solidFill>
                  <a:srgbClr val="0071BB"/>
                </a:solidFill>
                <a:latin typeface="Arial"/>
                <a:ea typeface="Arial"/>
                <a:cs typeface="Arial"/>
                <a:sym typeface="Arial"/>
              </a:rPr>
              <a:t>Build the searchable library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5"/>
          <p:cNvSpPr/>
          <p:nvPr/>
        </p:nvSpPr>
        <p:spPr>
          <a:xfrm>
            <a:off x="1384327" y="2632888"/>
            <a:ext cx="367300" cy="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31"/>
              <a:buFont typeface="Arial"/>
              <a:buNone/>
            </a:pPr>
            <a:r>
              <a:rPr lang="en-US" sz="1800" b="1" i="0" u="none" strike="noStrike" cap="none">
                <a:solidFill>
                  <a:srgbClr val="003B6F"/>
                </a:solidFill>
                <a:ea typeface="Calibri"/>
                <a:sym typeface="Calibri"/>
              </a:rPr>
              <a:t>①</a:t>
            </a:r>
            <a:endParaRPr sz="1800" b="0" i="0" u="none" strike="noStrike" cap="none">
              <a:solidFill>
                <a:schemeClr val="dk1"/>
              </a:solidFill>
              <a:sym typeface="Arial"/>
            </a:endParaRPr>
          </a:p>
        </p:txBody>
      </p:sp>
      <p:sp>
        <p:nvSpPr>
          <p:cNvPr id="335" name="Google Shape;335;p25"/>
          <p:cNvSpPr/>
          <p:nvPr/>
        </p:nvSpPr>
        <p:spPr>
          <a:xfrm>
            <a:off x="1864168" y="2643793"/>
            <a:ext cx="3861000" cy="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lang="en-US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Take 1,750 labelled training texts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5"/>
          <p:cNvSpPr/>
          <p:nvPr/>
        </p:nvSpPr>
        <p:spPr>
          <a:xfrm>
            <a:off x="1384327" y="3167258"/>
            <a:ext cx="367300" cy="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1"/>
              <a:buFont typeface="Arial"/>
              <a:buNone/>
            </a:pPr>
            <a:r>
              <a:rPr lang="en-US" sz="1800" b="1" i="0" u="none" strike="noStrike" cap="none">
                <a:solidFill>
                  <a:srgbClr val="003B6F"/>
                </a:solidFill>
                <a:ea typeface="Calibri"/>
                <a:sym typeface="Calibri"/>
              </a:rPr>
              <a:t>②</a:t>
            </a:r>
            <a:endParaRPr sz="1800" b="0" i="0" u="none" strike="noStrike" cap="none">
              <a:solidFill>
                <a:schemeClr val="dk1"/>
              </a:solidFill>
              <a:sym typeface="Arial"/>
            </a:endParaRPr>
          </a:p>
        </p:txBody>
      </p:sp>
      <p:sp>
        <p:nvSpPr>
          <p:cNvPr id="338" name="Google Shape;338;p25"/>
          <p:cNvSpPr/>
          <p:nvPr/>
        </p:nvSpPr>
        <p:spPr>
          <a:xfrm>
            <a:off x="1864168" y="3178163"/>
            <a:ext cx="3861000" cy="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lang="en-US">
                <a:solidFill>
                  <a:srgbClr val="1A2B3C"/>
                </a:solidFill>
              </a:rPr>
              <a:t>Tokenize</a:t>
            </a:r>
            <a:r>
              <a:rPr lang="en-US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 each text → token IDs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5"/>
          <p:cNvSpPr/>
          <p:nvPr/>
        </p:nvSpPr>
        <p:spPr>
          <a:xfrm>
            <a:off x="1384327" y="3701627"/>
            <a:ext cx="367300" cy="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1"/>
              <a:buFont typeface="Arial"/>
              <a:buNone/>
            </a:pPr>
            <a:r>
              <a:rPr lang="en-US" sz="1800" b="1" i="0" u="none" strike="noStrike" cap="none">
                <a:solidFill>
                  <a:srgbClr val="003B6F"/>
                </a:solidFill>
                <a:ea typeface="Calibri"/>
                <a:sym typeface="Calibri"/>
              </a:rPr>
              <a:t>③</a:t>
            </a:r>
            <a:endParaRPr sz="1800" b="0" i="0" u="none" strike="noStrike" cap="none">
              <a:solidFill>
                <a:schemeClr val="dk1"/>
              </a:solidFill>
              <a:sym typeface="Arial"/>
            </a:endParaRPr>
          </a:p>
        </p:txBody>
      </p:sp>
      <p:sp>
        <p:nvSpPr>
          <p:cNvPr id="341" name="Google Shape;341;p25"/>
          <p:cNvSpPr/>
          <p:nvPr/>
        </p:nvSpPr>
        <p:spPr>
          <a:xfrm>
            <a:off x="1864168" y="3839533"/>
            <a:ext cx="3861000" cy="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lang="en-US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Forward </a:t>
            </a:r>
            <a:r>
              <a:rPr lang="en-US">
                <a:solidFill>
                  <a:srgbClr val="1A2B3C"/>
                </a:solidFill>
              </a:rPr>
              <a:t>pass-through</a:t>
            </a:r>
            <a:r>
              <a:rPr lang="en-US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>
                <a:solidFill>
                  <a:srgbClr val="1A2B3C"/>
                </a:solidFill>
              </a:rPr>
              <a:t>encoder</a:t>
            </a:r>
          </a:p>
          <a:p>
            <a:pPr>
              <a:buSzPts val="1312"/>
            </a:pPr>
            <a:endParaRPr lang="en-US">
              <a:solidFill>
                <a:srgbClr val="1A2B3C"/>
              </a:solidFill>
            </a:endParaRPr>
          </a:p>
        </p:txBody>
      </p:sp>
      <p:sp>
        <p:nvSpPr>
          <p:cNvPr id="343" name="Google Shape;343;p25"/>
          <p:cNvSpPr/>
          <p:nvPr/>
        </p:nvSpPr>
        <p:spPr>
          <a:xfrm>
            <a:off x="1384327" y="4235997"/>
            <a:ext cx="367300" cy="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1"/>
              <a:buFont typeface="Arial"/>
              <a:buNone/>
            </a:pPr>
            <a:r>
              <a:rPr lang="en-US" sz="1800" b="1" i="0" u="none" strike="noStrike" cap="none">
                <a:solidFill>
                  <a:srgbClr val="003B6F"/>
                </a:solidFill>
                <a:ea typeface="Calibri"/>
                <a:sym typeface="Calibri"/>
              </a:rPr>
              <a:t>④</a:t>
            </a:r>
            <a:endParaRPr sz="1800" b="0" i="0" u="none" strike="noStrike" cap="none">
              <a:solidFill>
                <a:schemeClr val="dk1"/>
              </a:solidFill>
              <a:sym typeface="Arial"/>
            </a:endParaRPr>
          </a:p>
        </p:txBody>
      </p:sp>
      <p:sp>
        <p:nvSpPr>
          <p:cNvPr id="344" name="Google Shape;344;p25"/>
          <p:cNvSpPr/>
          <p:nvPr/>
        </p:nvSpPr>
        <p:spPr>
          <a:xfrm>
            <a:off x="1864168" y="4246903"/>
            <a:ext cx="3861000" cy="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lang="en-US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Mean-pool → single 768-dim vector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5"/>
          <p:cNvSpPr/>
          <p:nvPr/>
        </p:nvSpPr>
        <p:spPr>
          <a:xfrm>
            <a:off x="1384327" y="4770367"/>
            <a:ext cx="367300" cy="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1"/>
              <a:buFont typeface="Arial"/>
              <a:buNone/>
            </a:pPr>
            <a:r>
              <a:rPr lang="en-US" sz="1800" b="1" i="0" u="none" strike="noStrike" cap="none">
                <a:solidFill>
                  <a:srgbClr val="003B6F"/>
                </a:solidFill>
                <a:ea typeface="Calibri"/>
                <a:sym typeface="Calibri"/>
              </a:rPr>
              <a:t>⑤</a:t>
            </a:r>
            <a:endParaRPr sz="1800" b="0" i="0" u="none" strike="noStrike" cap="none">
              <a:solidFill>
                <a:schemeClr val="dk1"/>
              </a:solidFill>
              <a:sym typeface="Arial"/>
            </a:endParaRPr>
          </a:p>
        </p:txBody>
      </p:sp>
      <p:sp>
        <p:nvSpPr>
          <p:cNvPr id="347" name="Google Shape;347;p25"/>
          <p:cNvSpPr/>
          <p:nvPr/>
        </p:nvSpPr>
        <p:spPr>
          <a:xfrm>
            <a:off x="1864168" y="4781273"/>
            <a:ext cx="3861000" cy="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lang="en-US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L2-normalise the vector (length = 1)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5"/>
          <p:cNvSpPr/>
          <p:nvPr/>
        </p:nvSpPr>
        <p:spPr>
          <a:xfrm>
            <a:off x="6749808" y="1605133"/>
            <a:ext cx="4366699" cy="424483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5DCF0"/>
            </a:solidFill>
            <a:prstDash val="solid"/>
            <a:round/>
            <a:headEnd type="none" w="sm" len="sm"/>
            <a:tailEnd type="none" w="sm" len="sm"/>
          </a:ln>
          <a:effectLst>
            <a:outerShdw blurRad="68159" dist="2272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81775" tIns="81775" rIns="81775" bIns="817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5"/>
          <p:cNvSpPr/>
          <p:nvPr/>
        </p:nvSpPr>
        <p:spPr>
          <a:xfrm>
            <a:off x="1384327" y="5304737"/>
            <a:ext cx="367300" cy="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1"/>
              <a:buFont typeface="Arial"/>
              <a:buNone/>
            </a:pPr>
            <a:r>
              <a:rPr lang="en-US" sz="1800" b="1" i="0" u="none" strike="noStrike" cap="none">
                <a:solidFill>
                  <a:srgbClr val="003B6F"/>
                </a:solidFill>
                <a:ea typeface="Calibri"/>
                <a:sym typeface="Calibri"/>
              </a:rPr>
              <a:t>⑥</a:t>
            </a:r>
            <a:endParaRPr sz="1800" b="0" i="0" u="none" strike="noStrike" cap="none">
              <a:solidFill>
                <a:schemeClr val="dk1"/>
              </a:solidFill>
              <a:sym typeface="Arial"/>
            </a:endParaRPr>
          </a:p>
        </p:txBody>
      </p:sp>
      <p:sp>
        <p:nvSpPr>
          <p:cNvPr id="350" name="Google Shape;350;p25"/>
          <p:cNvSpPr/>
          <p:nvPr/>
        </p:nvSpPr>
        <p:spPr>
          <a:xfrm>
            <a:off x="1864168" y="5315642"/>
            <a:ext cx="3861000" cy="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lang="en-US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Store in FAISS flat index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5"/>
          <p:cNvSpPr/>
          <p:nvPr/>
        </p:nvSpPr>
        <p:spPr>
          <a:xfrm>
            <a:off x="6749820" y="1607770"/>
            <a:ext cx="4366700" cy="523500"/>
          </a:xfrm>
          <a:prstGeom prst="rect">
            <a:avLst/>
          </a:prstGeom>
          <a:solidFill>
            <a:srgbClr val="FCE5CD"/>
          </a:solidFill>
          <a:ln w="11350" cap="flat" cmpd="sng">
            <a:solidFill>
              <a:srgbClr val="FCE5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775" tIns="81775" rIns="81775" bIns="817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5"/>
          <p:cNvSpPr/>
          <p:nvPr/>
        </p:nvSpPr>
        <p:spPr>
          <a:xfrm>
            <a:off x="6838353" y="1607770"/>
            <a:ext cx="42791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1"/>
              <a:buFont typeface="Arial"/>
              <a:buNone/>
            </a:pPr>
            <a:r>
              <a:rPr lang="en-US" sz="1800" b="1" i="0" u="none" strike="noStrike" cap="none">
                <a:solidFill>
                  <a:srgbClr val="E87722"/>
                </a:solidFill>
                <a:ea typeface="Calibri"/>
                <a:sym typeface="Calibri"/>
              </a:rPr>
              <a:t>PHASE 2: Online  (every new text)</a:t>
            </a:r>
            <a:endParaRPr sz="1800" b="0" i="0" u="none" strike="noStrike" cap="none">
              <a:solidFill>
                <a:srgbClr val="E87722"/>
              </a:solidFill>
              <a:sym typeface="Arial"/>
            </a:endParaRPr>
          </a:p>
        </p:txBody>
      </p:sp>
      <p:sp>
        <p:nvSpPr>
          <p:cNvPr id="353" name="Google Shape;353;p25"/>
          <p:cNvSpPr/>
          <p:nvPr/>
        </p:nvSpPr>
        <p:spPr>
          <a:xfrm>
            <a:off x="6880686" y="2218478"/>
            <a:ext cx="3218134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2"/>
              <a:buFont typeface="Arial"/>
              <a:buNone/>
            </a:pPr>
            <a:r>
              <a:rPr lang="en-US" sz="1200" b="0" i="0" u="none" strike="noStrike" cap="none">
                <a:solidFill>
                  <a:srgbClr val="E87722"/>
                </a:solidFill>
                <a:latin typeface="Arial"/>
                <a:ea typeface="Arial"/>
                <a:cs typeface="Arial"/>
                <a:sym typeface="Arial"/>
              </a:rPr>
              <a:t>Retrieve, prompt, generate</a:t>
            </a:r>
            <a:endParaRPr sz="1200" b="0" i="0" u="none" strike="noStrike" cap="none">
              <a:solidFill>
                <a:srgbClr val="E877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5"/>
          <p:cNvSpPr/>
          <p:nvPr/>
        </p:nvSpPr>
        <p:spPr>
          <a:xfrm>
            <a:off x="6837064" y="2632888"/>
            <a:ext cx="282634" cy="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1"/>
              <a:buFont typeface="Arial"/>
              <a:buNone/>
            </a:pPr>
            <a:r>
              <a:rPr lang="en-US" sz="1800" b="1" i="0" u="none" strike="noStrike" cap="none">
                <a:solidFill>
                  <a:srgbClr val="E87722"/>
                </a:solidFill>
                <a:ea typeface="Calibri"/>
                <a:sym typeface="Calibri"/>
              </a:rPr>
              <a:t>①</a:t>
            </a:r>
            <a:endParaRPr sz="1800" b="0" i="0" u="none" strike="noStrike" cap="none">
              <a:solidFill>
                <a:schemeClr val="dk1"/>
              </a:solidFill>
              <a:sym typeface="Arial"/>
            </a:endParaRPr>
          </a:p>
        </p:txBody>
      </p:sp>
      <p:sp>
        <p:nvSpPr>
          <p:cNvPr id="356" name="Google Shape;356;p25"/>
          <p:cNvSpPr/>
          <p:nvPr/>
        </p:nvSpPr>
        <p:spPr>
          <a:xfrm>
            <a:off x="7316905" y="2643793"/>
            <a:ext cx="2938134" cy="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lang="en-US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New suspicious text arrives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5"/>
          <p:cNvSpPr/>
          <p:nvPr/>
        </p:nvSpPr>
        <p:spPr>
          <a:xfrm>
            <a:off x="1297083" y="1607647"/>
            <a:ext cx="3342234" cy="523500"/>
          </a:xfrm>
          <a:prstGeom prst="rect">
            <a:avLst/>
          </a:prstGeom>
          <a:solidFill>
            <a:srgbClr val="E2F3FD"/>
          </a:solidFill>
          <a:ln w="11350" cap="flat" cmpd="sng">
            <a:solidFill>
              <a:srgbClr val="E2F3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775" tIns="81775" rIns="81775" bIns="817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2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5"/>
          <p:cNvSpPr/>
          <p:nvPr/>
        </p:nvSpPr>
        <p:spPr>
          <a:xfrm>
            <a:off x="6837064" y="3167258"/>
            <a:ext cx="282634" cy="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1"/>
              <a:buFont typeface="Arial"/>
              <a:buNone/>
            </a:pPr>
            <a:r>
              <a:rPr lang="en-US" sz="1800" b="1" i="0" u="none" strike="noStrike" cap="none">
                <a:solidFill>
                  <a:srgbClr val="E87722"/>
                </a:solidFill>
                <a:ea typeface="Calibri"/>
                <a:sym typeface="Calibri"/>
              </a:rPr>
              <a:t>②</a:t>
            </a:r>
            <a:endParaRPr sz="1800" b="0" i="0" u="none" strike="noStrike" cap="none">
              <a:solidFill>
                <a:schemeClr val="dk1"/>
              </a:solidFill>
              <a:sym typeface="Arial"/>
            </a:endParaRPr>
          </a:p>
        </p:txBody>
      </p:sp>
      <p:sp>
        <p:nvSpPr>
          <p:cNvPr id="360" name="Google Shape;360;p25"/>
          <p:cNvSpPr/>
          <p:nvPr/>
        </p:nvSpPr>
        <p:spPr>
          <a:xfrm>
            <a:off x="7316905" y="3178163"/>
            <a:ext cx="2938134" cy="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lang="en-US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Encode with same SBERT encoder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5"/>
          <p:cNvSpPr/>
          <p:nvPr/>
        </p:nvSpPr>
        <p:spPr>
          <a:xfrm>
            <a:off x="6837064" y="3701627"/>
            <a:ext cx="282634" cy="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1"/>
              <a:buFont typeface="Arial"/>
              <a:buNone/>
            </a:pPr>
            <a:r>
              <a:rPr lang="en-US" sz="1800" b="1" i="0" u="none" strike="noStrike" cap="none">
                <a:solidFill>
                  <a:srgbClr val="E87722"/>
                </a:solidFill>
                <a:ea typeface="Calibri"/>
                <a:sym typeface="Calibri"/>
              </a:rPr>
              <a:t>③</a:t>
            </a:r>
            <a:endParaRPr sz="1800" b="0" i="0" u="none" strike="noStrike" cap="none">
              <a:solidFill>
                <a:schemeClr val="dk1"/>
              </a:solidFill>
              <a:sym typeface="Arial"/>
            </a:endParaRPr>
          </a:p>
        </p:txBody>
      </p:sp>
      <p:sp>
        <p:nvSpPr>
          <p:cNvPr id="363" name="Google Shape;363;p25"/>
          <p:cNvSpPr/>
          <p:nvPr/>
        </p:nvSpPr>
        <p:spPr>
          <a:xfrm>
            <a:off x="7316905" y="3712533"/>
            <a:ext cx="2938134" cy="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lang="en-US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Search FAISS → </a:t>
            </a:r>
            <a:r>
              <a:rPr lang="en-US">
                <a:solidFill>
                  <a:srgbClr val="1A2B3C"/>
                </a:solidFill>
              </a:rPr>
              <a:t>top-k</a:t>
            </a:r>
            <a:r>
              <a:rPr lang="en-US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 similar examples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5"/>
          <p:cNvSpPr/>
          <p:nvPr/>
        </p:nvSpPr>
        <p:spPr>
          <a:xfrm>
            <a:off x="6837064" y="4235997"/>
            <a:ext cx="282634" cy="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1"/>
              <a:buFont typeface="Arial"/>
              <a:buNone/>
            </a:pPr>
            <a:r>
              <a:rPr lang="en-US" sz="1800" b="1" i="0" u="none" strike="noStrike" cap="none">
                <a:solidFill>
                  <a:srgbClr val="E87722"/>
                </a:solidFill>
                <a:ea typeface="Calibri"/>
                <a:sym typeface="Calibri"/>
              </a:rPr>
              <a:t>④</a:t>
            </a:r>
            <a:endParaRPr sz="1800" b="0" i="0" u="none" strike="noStrike" cap="none">
              <a:solidFill>
                <a:schemeClr val="dk1"/>
              </a:solidFill>
              <a:sym typeface="Arial"/>
            </a:endParaRPr>
          </a:p>
        </p:txBody>
      </p:sp>
      <p:sp>
        <p:nvSpPr>
          <p:cNvPr id="366" name="Google Shape;366;p25"/>
          <p:cNvSpPr/>
          <p:nvPr/>
        </p:nvSpPr>
        <p:spPr>
          <a:xfrm>
            <a:off x="7316905" y="4246903"/>
            <a:ext cx="2938134" cy="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lang="en-US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Build prompt: </a:t>
            </a:r>
            <a:r>
              <a:rPr lang="en-US">
                <a:solidFill>
                  <a:srgbClr val="1A2B3C"/>
                </a:solidFill>
              </a:rPr>
              <a:t>k</a:t>
            </a:r>
            <a:r>
              <a:rPr lang="en-US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 examples + new text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5"/>
          <p:cNvSpPr/>
          <p:nvPr/>
        </p:nvSpPr>
        <p:spPr>
          <a:xfrm>
            <a:off x="6837064" y="4770367"/>
            <a:ext cx="282634" cy="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1"/>
              <a:buFont typeface="Arial"/>
              <a:buNone/>
            </a:pPr>
            <a:r>
              <a:rPr lang="en-US" sz="1800" b="1" i="0" u="none" strike="noStrike" cap="none">
                <a:solidFill>
                  <a:srgbClr val="E87722"/>
                </a:solidFill>
                <a:ea typeface="Calibri"/>
                <a:sym typeface="Calibri"/>
              </a:rPr>
              <a:t>⑤</a:t>
            </a:r>
            <a:endParaRPr sz="1800" b="0" i="0" u="none" strike="noStrike" cap="none">
              <a:solidFill>
                <a:schemeClr val="dk1"/>
              </a:solidFill>
              <a:sym typeface="Arial"/>
            </a:endParaRPr>
          </a:p>
        </p:txBody>
      </p:sp>
      <p:sp>
        <p:nvSpPr>
          <p:cNvPr id="369" name="Google Shape;369;p25"/>
          <p:cNvSpPr/>
          <p:nvPr/>
        </p:nvSpPr>
        <p:spPr>
          <a:xfrm>
            <a:off x="7316905" y="4781273"/>
            <a:ext cx="2938134" cy="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lang="en-US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Qwen3 8B generates structured JSON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5"/>
          <p:cNvSpPr/>
          <p:nvPr/>
        </p:nvSpPr>
        <p:spPr>
          <a:xfrm>
            <a:off x="6837064" y="5304737"/>
            <a:ext cx="282634" cy="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1"/>
              <a:buFont typeface="Arial"/>
              <a:buNone/>
            </a:pPr>
            <a:r>
              <a:rPr lang="en-US" sz="1800" b="1" i="0" u="none" strike="noStrike" cap="none">
                <a:solidFill>
                  <a:srgbClr val="E87722"/>
                </a:solidFill>
                <a:ea typeface="Calibri"/>
                <a:sym typeface="Calibri"/>
              </a:rPr>
              <a:t>⑥</a:t>
            </a:r>
            <a:endParaRPr sz="1800" b="0" i="0" u="none" strike="noStrike" cap="none">
              <a:solidFill>
                <a:schemeClr val="dk1"/>
              </a:solidFill>
              <a:sym typeface="Arial"/>
            </a:endParaRPr>
          </a:p>
        </p:txBody>
      </p:sp>
      <p:sp>
        <p:nvSpPr>
          <p:cNvPr id="372" name="Google Shape;372;p25"/>
          <p:cNvSpPr/>
          <p:nvPr/>
        </p:nvSpPr>
        <p:spPr>
          <a:xfrm>
            <a:off x="7316905" y="5315642"/>
            <a:ext cx="2938134" cy="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lang="en-US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Return 7-field output to user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5"/>
          <p:cNvSpPr/>
          <p:nvPr/>
        </p:nvSpPr>
        <p:spPr>
          <a:xfrm>
            <a:off x="5795570" y="3558706"/>
            <a:ext cx="576934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24"/>
              <a:buFont typeface="Arial"/>
              <a:buNone/>
            </a:pPr>
            <a:r>
              <a:rPr lang="en-US" sz="3200" b="1" i="0" u="none" strike="noStrike" cap="none">
                <a:solidFill>
                  <a:srgbClr val="0071BB"/>
                </a:solidFill>
                <a:ea typeface="Calibri"/>
                <a:sym typeface="Calibri"/>
              </a:rPr>
              <a:t>→</a:t>
            </a:r>
            <a:endParaRPr sz="3200" b="0" i="0" u="none" strike="noStrike" cap="none">
              <a:solidFill>
                <a:schemeClr val="dk1"/>
              </a:solidFill>
              <a:sym typeface="Arial"/>
            </a:endParaRPr>
          </a:p>
        </p:txBody>
      </p:sp>
      <p:sp>
        <p:nvSpPr>
          <p:cNvPr id="374" name="Google Shape;374;p25"/>
          <p:cNvSpPr/>
          <p:nvPr/>
        </p:nvSpPr>
        <p:spPr>
          <a:xfrm>
            <a:off x="1387452" y="1607845"/>
            <a:ext cx="4025101" cy="523500"/>
          </a:xfrm>
          <a:prstGeom prst="rect">
            <a:avLst/>
          </a:prstGeom>
          <a:solidFill>
            <a:srgbClr val="E2F3F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1"/>
              <a:buFont typeface="Arial"/>
              <a:buNone/>
            </a:pPr>
            <a:r>
              <a:rPr lang="en-US" sz="1800" b="1" i="0" u="none" strike="noStrike" cap="none">
                <a:solidFill>
                  <a:srgbClr val="0070C0"/>
                </a:solidFill>
                <a:ea typeface="Calibri"/>
                <a:sym typeface="Calibri"/>
              </a:rPr>
              <a:t>PHASE 1: Offline</a:t>
            </a:r>
            <a:endParaRPr sz="1800" b="0" i="0" u="none" strike="noStrike" cap="none">
              <a:solidFill>
                <a:srgbClr val="0070C0"/>
              </a:solidFill>
              <a:sym typeface="Arial"/>
            </a:endParaRPr>
          </a:p>
        </p:txBody>
      </p:sp>
      <p:pic>
        <p:nvPicPr>
          <p:cNvPr id="375" name="Google Shape;37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3692" y="5910820"/>
            <a:ext cx="4757304" cy="32416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C64E43-D178-ED47-34EE-E1F73207FF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B4F529-A236-CD17-716A-B7EA075163AF}"/>
              </a:ext>
            </a:extLst>
          </p:cNvPr>
          <p:cNvSpPr txBox="1"/>
          <p:nvPr/>
        </p:nvSpPr>
        <p:spPr>
          <a:xfrm>
            <a:off x="10630829" y="10731"/>
            <a:ext cx="14496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11.05.2026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>
          <a:extLst>
            <a:ext uri="{FF2B5EF4-FFF2-40B4-BE49-F238E27FC236}">
              <a16:creationId xmlns:a16="http://schemas.microsoft.com/office/drawing/2014/main" id="{DD3F23A4-E214-DB28-81FE-56EB8DA42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5">
            <a:extLst>
              <a:ext uri="{FF2B5EF4-FFF2-40B4-BE49-F238E27FC236}">
                <a16:creationId xmlns:a16="http://schemas.microsoft.com/office/drawing/2014/main" id="{ADE504AB-B5FB-9144-97EF-1A4BE1A8B163}"/>
              </a:ext>
            </a:extLst>
          </p:cNvPr>
          <p:cNvSpPr/>
          <p:nvPr/>
        </p:nvSpPr>
        <p:spPr>
          <a:xfrm>
            <a:off x="-7600" y="6227576"/>
            <a:ext cx="12176700" cy="580500"/>
          </a:xfrm>
          <a:prstGeom prst="rect">
            <a:avLst/>
          </a:prstGeom>
          <a:solidFill>
            <a:srgbClr val="F2F5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5">
            <a:extLst>
              <a:ext uri="{FF2B5EF4-FFF2-40B4-BE49-F238E27FC236}">
                <a16:creationId xmlns:a16="http://schemas.microsoft.com/office/drawing/2014/main" id="{6F818AAB-5C8A-DF40-048A-855E79C5D74B}"/>
              </a:ext>
            </a:extLst>
          </p:cNvPr>
          <p:cNvSpPr txBox="1"/>
          <p:nvPr/>
        </p:nvSpPr>
        <p:spPr>
          <a:xfrm>
            <a:off x="713232" y="6378308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GROUP 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5">
            <a:extLst>
              <a:ext uri="{FF2B5EF4-FFF2-40B4-BE49-F238E27FC236}">
                <a16:creationId xmlns:a16="http://schemas.microsoft.com/office/drawing/2014/main" id="{22C199D4-F05F-CFF5-BE3B-35E9745ED5AD}"/>
              </a:ext>
            </a:extLst>
          </p:cNvPr>
          <p:cNvSpPr txBox="1"/>
          <p:nvPr/>
        </p:nvSpPr>
        <p:spPr>
          <a:xfrm>
            <a:off x="3154680" y="6419088"/>
            <a:ext cx="50292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Jobin Roy · Akshita Sakshi · Shifin Mohammed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5">
            <a:extLst>
              <a:ext uri="{FF2B5EF4-FFF2-40B4-BE49-F238E27FC236}">
                <a16:creationId xmlns:a16="http://schemas.microsoft.com/office/drawing/2014/main" id="{EC62CD8A-E352-97ED-871D-DF45C1B5C91F}"/>
              </a:ext>
            </a:extLst>
          </p:cNvPr>
          <p:cNvSpPr txBox="1"/>
          <p:nvPr/>
        </p:nvSpPr>
        <p:spPr>
          <a:xfrm>
            <a:off x="9006840" y="6419088"/>
            <a:ext cx="14172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HCNLP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5">
            <a:extLst>
              <a:ext uri="{FF2B5EF4-FFF2-40B4-BE49-F238E27FC236}">
                <a16:creationId xmlns:a16="http://schemas.microsoft.com/office/drawing/2014/main" id="{A70C3746-2627-8A2D-59A4-594EBA289EDA}"/>
              </a:ext>
            </a:extLst>
          </p:cNvPr>
          <p:cNvSpPr txBox="1"/>
          <p:nvPr/>
        </p:nvSpPr>
        <p:spPr>
          <a:xfrm>
            <a:off x="594360" y="1009406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rgbClr val="0070C0"/>
                </a:solidFill>
                <a:ea typeface="Play"/>
                <a:sym typeface="Play"/>
              </a:rPr>
              <a:t>System architecture: </a:t>
            </a:r>
            <a:r>
              <a:rPr lang="en-US" sz="3400" b="1">
                <a:solidFill>
                  <a:srgbClr val="0070C0"/>
                </a:solidFill>
                <a:ea typeface="Play"/>
                <a:sym typeface="Play"/>
              </a:rPr>
              <a:t>Two-Phase</a:t>
            </a:r>
            <a:r>
              <a:rPr lang="en-US" sz="3400" b="1" i="0" u="none" strike="noStrike" cap="none">
                <a:solidFill>
                  <a:srgbClr val="0070C0"/>
                </a:solidFill>
                <a:ea typeface="Play"/>
                <a:sym typeface="Play"/>
              </a:rPr>
              <a:t> Pipeline </a:t>
            </a:r>
            <a:endParaRPr sz="14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pic>
        <p:nvPicPr>
          <p:cNvPr id="327" name="Google Shape;327;p25" descr="Picture 6">
            <a:extLst>
              <a:ext uri="{FF2B5EF4-FFF2-40B4-BE49-F238E27FC236}">
                <a16:creationId xmlns:a16="http://schemas.microsoft.com/office/drawing/2014/main" id="{F53E88E7-0F92-9FC2-5BE6-24A25E55F3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071"/>
            <a:ext cx="12192000" cy="896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5">
            <a:extLst>
              <a:ext uri="{FF2B5EF4-FFF2-40B4-BE49-F238E27FC236}">
                <a16:creationId xmlns:a16="http://schemas.microsoft.com/office/drawing/2014/main" id="{28386A10-9716-71D3-3366-F3B6053A3CE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88021" y="5910820"/>
            <a:ext cx="4758694" cy="32125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16AF8A-EFAF-EFF8-E1B6-8A8C4B59AC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3" name="Picture 2" descr="A diagram of a company&#10;&#10;AI-generated content may be incorrect.">
            <a:extLst>
              <a:ext uri="{FF2B5EF4-FFF2-40B4-BE49-F238E27FC236}">
                <a16:creationId xmlns:a16="http://schemas.microsoft.com/office/drawing/2014/main" id="{F509D5C1-EF36-272E-08F6-399F2A0A82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201" y="1877732"/>
            <a:ext cx="9982200" cy="38222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59A578-C3F8-165E-0DE9-9D1276D4DE98}"/>
              </a:ext>
            </a:extLst>
          </p:cNvPr>
          <p:cNvSpPr txBox="1"/>
          <p:nvPr/>
        </p:nvSpPr>
        <p:spPr>
          <a:xfrm>
            <a:off x="10630829" y="9292"/>
            <a:ext cx="14496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11.05.2026</a:t>
            </a:r>
          </a:p>
        </p:txBody>
      </p:sp>
    </p:spTree>
    <p:extLst>
      <p:ext uri="{BB962C8B-B14F-4D97-AF65-F5344CB8AC3E}">
        <p14:creationId xmlns:p14="http://schemas.microsoft.com/office/powerpoint/2010/main" val="953737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6"/>
          <p:cNvSpPr/>
          <p:nvPr/>
        </p:nvSpPr>
        <p:spPr>
          <a:xfrm>
            <a:off x="365760" y="6498336"/>
            <a:ext cx="1146048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D6E8F5"/>
                </a:solidFill>
                <a:latin typeface="Calibri"/>
                <a:ea typeface="Calibri"/>
                <a:cs typeface="Calibri"/>
                <a:sym typeface="Calibri"/>
              </a:rPr>
              <a:t>Otto-von-Guericke-Universität Magdeburg  ·  DarkExplain  ·  Jobin Roy, Akshita Sakshi, Shifin Mohammed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6"/>
          <p:cNvSpPr/>
          <p:nvPr/>
        </p:nvSpPr>
        <p:spPr>
          <a:xfrm>
            <a:off x="365760" y="1658112"/>
            <a:ext cx="2682240" cy="414528"/>
          </a:xfrm>
          <a:prstGeom prst="rect">
            <a:avLst/>
          </a:prstGeom>
          <a:solidFill>
            <a:srgbClr val="003B6F"/>
          </a:solidFill>
          <a:ln w="12700" cap="flat" cmpd="sng">
            <a:solidFill>
              <a:srgbClr val="003B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6"/>
          <p:cNvSpPr/>
          <p:nvPr/>
        </p:nvSpPr>
        <p:spPr>
          <a:xfrm>
            <a:off x="426720" y="1658112"/>
            <a:ext cx="2621280" cy="41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333" b="1" i="0" u="none" strike="noStrike" cap="none">
                <a:solidFill>
                  <a:srgbClr val="FFFFFF"/>
                </a:solidFill>
                <a:ea typeface="Calibri"/>
                <a:sym typeface="Calibri"/>
              </a:rPr>
              <a:t>Encoder</a:t>
            </a:r>
            <a:endParaRPr sz="1333" b="0" i="0" u="none" strike="noStrike" cap="none">
              <a:solidFill>
                <a:schemeClr val="dk1"/>
              </a:solidFill>
              <a:sym typeface="Arial"/>
            </a:endParaRPr>
          </a:p>
        </p:txBody>
      </p:sp>
      <p:sp>
        <p:nvSpPr>
          <p:cNvPr id="384" name="Google Shape;384;p26"/>
          <p:cNvSpPr/>
          <p:nvPr/>
        </p:nvSpPr>
        <p:spPr>
          <a:xfrm>
            <a:off x="3108960" y="1658112"/>
            <a:ext cx="1402080" cy="414528"/>
          </a:xfrm>
          <a:prstGeom prst="rect">
            <a:avLst/>
          </a:prstGeom>
          <a:solidFill>
            <a:srgbClr val="003B6F"/>
          </a:solidFill>
          <a:ln w="12700" cap="flat" cmpd="sng">
            <a:solidFill>
              <a:srgbClr val="003B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6"/>
          <p:cNvSpPr/>
          <p:nvPr/>
        </p:nvSpPr>
        <p:spPr>
          <a:xfrm>
            <a:off x="3169920" y="1658112"/>
            <a:ext cx="1341120" cy="41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333" b="1" i="0" u="none" strike="noStrike" cap="none">
                <a:solidFill>
                  <a:srgbClr val="FFFFFF"/>
                </a:solidFill>
                <a:ea typeface="Calibri"/>
                <a:sym typeface="Calibri"/>
              </a:rPr>
              <a:t>Pooling</a:t>
            </a:r>
            <a:endParaRPr sz="1333" b="0" i="0" u="none" strike="noStrike" cap="none">
              <a:solidFill>
                <a:schemeClr val="dk1"/>
              </a:solidFill>
              <a:sym typeface="Arial"/>
            </a:endParaRPr>
          </a:p>
        </p:txBody>
      </p:sp>
      <p:sp>
        <p:nvSpPr>
          <p:cNvPr id="386" name="Google Shape;386;p26"/>
          <p:cNvSpPr/>
          <p:nvPr/>
        </p:nvSpPr>
        <p:spPr>
          <a:xfrm>
            <a:off x="4572000" y="1658112"/>
            <a:ext cx="1036320" cy="414528"/>
          </a:xfrm>
          <a:prstGeom prst="rect">
            <a:avLst/>
          </a:prstGeom>
          <a:solidFill>
            <a:srgbClr val="003B6F"/>
          </a:solidFill>
          <a:ln w="12700" cap="flat" cmpd="sng">
            <a:solidFill>
              <a:srgbClr val="003B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6"/>
          <p:cNvSpPr/>
          <p:nvPr/>
        </p:nvSpPr>
        <p:spPr>
          <a:xfrm>
            <a:off x="4632960" y="1658112"/>
            <a:ext cx="975360" cy="41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333" b="1" i="0" u="none" strike="noStrike" cap="none">
                <a:solidFill>
                  <a:srgbClr val="FFFFFF"/>
                </a:solidFill>
                <a:ea typeface="Calibri"/>
                <a:sym typeface="Calibri"/>
              </a:rPr>
              <a:t>Dim</a:t>
            </a:r>
            <a:endParaRPr sz="1333" b="0" i="0" u="none" strike="noStrike" cap="none">
              <a:solidFill>
                <a:schemeClr val="dk1"/>
              </a:solidFill>
              <a:sym typeface="Arial"/>
            </a:endParaRPr>
          </a:p>
        </p:txBody>
      </p:sp>
      <p:sp>
        <p:nvSpPr>
          <p:cNvPr id="388" name="Google Shape;388;p26"/>
          <p:cNvSpPr/>
          <p:nvPr/>
        </p:nvSpPr>
        <p:spPr>
          <a:xfrm>
            <a:off x="5669280" y="1658112"/>
            <a:ext cx="1097280" cy="414528"/>
          </a:xfrm>
          <a:prstGeom prst="rect">
            <a:avLst/>
          </a:prstGeom>
          <a:solidFill>
            <a:srgbClr val="003B6F"/>
          </a:solidFill>
          <a:ln w="12700" cap="flat" cmpd="sng">
            <a:solidFill>
              <a:srgbClr val="003B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6"/>
          <p:cNvSpPr/>
          <p:nvPr/>
        </p:nvSpPr>
        <p:spPr>
          <a:xfrm>
            <a:off x="5730240" y="1658112"/>
            <a:ext cx="1036320" cy="41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333" b="1" i="0" u="none" strike="noStrike" cap="none">
                <a:solidFill>
                  <a:srgbClr val="FFFFFF"/>
                </a:solidFill>
                <a:ea typeface="Calibri"/>
                <a:sym typeface="Calibri"/>
              </a:rPr>
              <a:t>Params</a:t>
            </a:r>
            <a:endParaRPr sz="1333" b="0" i="0" u="none" strike="noStrike" cap="none">
              <a:solidFill>
                <a:schemeClr val="dk1"/>
              </a:solidFill>
              <a:sym typeface="Arial"/>
            </a:endParaRPr>
          </a:p>
        </p:txBody>
      </p:sp>
      <p:sp>
        <p:nvSpPr>
          <p:cNvPr id="390" name="Google Shape;390;p26"/>
          <p:cNvSpPr/>
          <p:nvPr/>
        </p:nvSpPr>
        <p:spPr>
          <a:xfrm>
            <a:off x="6827520" y="1658112"/>
            <a:ext cx="1097280" cy="414528"/>
          </a:xfrm>
          <a:prstGeom prst="rect">
            <a:avLst/>
          </a:prstGeom>
          <a:solidFill>
            <a:srgbClr val="003B6F"/>
          </a:solidFill>
          <a:ln w="12700" cap="flat" cmpd="sng">
            <a:solidFill>
              <a:srgbClr val="003B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6"/>
          <p:cNvSpPr/>
          <p:nvPr/>
        </p:nvSpPr>
        <p:spPr>
          <a:xfrm>
            <a:off x="6888480" y="1658112"/>
            <a:ext cx="1036320" cy="41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333" b="1" i="0" u="none" strike="noStrike" cap="none">
                <a:solidFill>
                  <a:srgbClr val="FFFFFF"/>
                </a:solidFill>
                <a:ea typeface="Calibri"/>
                <a:sym typeface="Calibri"/>
              </a:rPr>
              <a:t>F1</a:t>
            </a:r>
            <a:endParaRPr sz="1333" b="0" i="0" u="none" strike="noStrike" cap="none">
              <a:solidFill>
                <a:schemeClr val="dk1"/>
              </a:solidFill>
              <a:sym typeface="Arial"/>
            </a:endParaRPr>
          </a:p>
        </p:txBody>
      </p:sp>
      <p:sp>
        <p:nvSpPr>
          <p:cNvPr id="392" name="Google Shape;392;p26"/>
          <p:cNvSpPr/>
          <p:nvPr/>
        </p:nvSpPr>
        <p:spPr>
          <a:xfrm>
            <a:off x="7985760" y="1658112"/>
            <a:ext cx="1158240" cy="414528"/>
          </a:xfrm>
          <a:prstGeom prst="rect">
            <a:avLst/>
          </a:prstGeom>
          <a:solidFill>
            <a:srgbClr val="003B6F"/>
          </a:solidFill>
          <a:ln w="12700" cap="flat" cmpd="sng">
            <a:solidFill>
              <a:srgbClr val="003B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6"/>
          <p:cNvSpPr/>
          <p:nvPr/>
        </p:nvSpPr>
        <p:spPr>
          <a:xfrm>
            <a:off x="8046720" y="1658112"/>
            <a:ext cx="1097280" cy="41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333" b="1" i="0" u="none" strike="noStrike" cap="none">
                <a:solidFill>
                  <a:srgbClr val="FFFFFF"/>
                </a:solidFill>
                <a:ea typeface="Calibri"/>
                <a:sym typeface="Calibri"/>
              </a:rPr>
              <a:t>Used for</a:t>
            </a:r>
            <a:endParaRPr sz="1333" b="0" i="0" u="none" strike="noStrike" cap="none">
              <a:solidFill>
                <a:schemeClr val="dk1"/>
              </a:solidFill>
              <a:sym typeface="Arial"/>
            </a:endParaRPr>
          </a:p>
        </p:txBody>
      </p:sp>
      <p:sp>
        <p:nvSpPr>
          <p:cNvPr id="394" name="Google Shape;394;p26"/>
          <p:cNvSpPr/>
          <p:nvPr/>
        </p:nvSpPr>
        <p:spPr>
          <a:xfrm>
            <a:off x="9204950" y="1658100"/>
            <a:ext cx="2621400" cy="414600"/>
          </a:xfrm>
          <a:prstGeom prst="rect">
            <a:avLst/>
          </a:prstGeom>
          <a:solidFill>
            <a:srgbClr val="003B6F"/>
          </a:solidFill>
          <a:ln w="12700" cap="flat" cmpd="sng">
            <a:solidFill>
              <a:srgbClr val="003B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6"/>
          <p:cNvSpPr/>
          <p:nvPr/>
        </p:nvSpPr>
        <p:spPr>
          <a:xfrm>
            <a:off x="9265925" y="1658100"/>
            <a:ext cx="2560200" cy="4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333" b="1" i="0" u="none" strike="noStrike" cap="none">
                <a:solidFill>
                  <a:srgbClr val="FFFFFF"/>
                </a:solidFill>
                <a:ea typeface="Calibri"/>
                <a:sym typeface="Calibri"/>
              </a:rPr>
              <a:t>Why it matters</a:t>
            </a:r>
            <a:endParaRPr sz="1333" b="0" i="0" u="none" strike="noStrike" cap="none">
              <a:solidFill>
                <a:schemeClr val="dk1"/>
              </a:solidFill>
              <a:sym typeface="Arial"/>
            </a:endParaRPr>
          </a:p>
        </p:txBody>
      </p:sp>
      <p:sp>
        <p:nvSpPr>
          <p:cNvPr id="396" name="Google Shape;396;p26"/>
          <p:cNvSpPr/>
          <p:nvPr/>
        </p:nvSpPr>
        <p:spPr>
          <a:xfrm>
            <a:off x="365760" y="2145792"/>
            <a:ext cx="11460480" cy="829056"/>
          </a:xfrm>
          <a:prstGeom prst="rect">
            <a:avLst/>
          </a:prstGeom>
          <a:solidFill>
            <a:srgbClr val="D9EAD3"/>
          </a:solidFill>
          <a:ln w="15225" cap="flat" cmpd="sng">
            <a:solidFill>
              <a:srgbClr val="0071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6"/>
          <p:cNvSpPr/>
          <p:nvPr/>
        </p:nvSpPr>
        <p:spPr>
          <a:xfrm>
            <a:off x="512064" y="2206752"/>
            <a:ext cx="2499360" cy="707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200" b="1" i="0" u="none" strike="noStrike" cap="none">
                <a:solidFill>
                  <a:srgbClr val="003B6F"/>
                </a:solidFill>
                <a:latin typeface="Arial"/>
                <a:ea typeface="Arial"/>
                <a:cs typeface="Arial"/>
                <a:sym typeface="Arial"/>
              </a:rPr>
              <a:t>SBERT 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6"/>
          <p:cNvSpPr/>
          <p:nvPr/>
        </p:nvSpPr>
        <p:spPr>
          <a:xfrm>
            <a:off x="3133344" y="2340864"/>
            <a:ext cx="1097280" cy="390144"/>
          </a:xfrm>
          <a:prstGeom prst="roundRect">
            <a:avLst>
              <a:gd name="adj" fmla="val 15625"/>
            </a:avLst>
          </a:prstGeom>
          <a:solidFill>
            <a:srgbClr val="DCFCE7"/>
          </a:solidFill>
          <a:ln w="1015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6"/>
          <p:cNvSpPr/>
          <p:nvPr/>
        </p:nvSpPr>
        <p:spPr>
          <a:xfrm>
            <a:off x="3133344" y="2340864"/>
            <a:ext cx="1097280" cy="390144"/>
          </a:xfrm>
          <a:prstGeom prst="rect">
            <a:avLst/>
          </a:prstGeom>
          <a:solidFill>
            <a:srgbClr val="FFF7EB"/>
          </a:solidFill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133" b="1" i="0" u="none" strike="noStrike" cap="none">
                <a:solidFill>
                  <a:srgbClr val="E87722"/>
                </a:solidFill>
                <a:ea typeface="Calibri"/>
                <a:sym typeface="Calibri"/>
              </a:rPr>
              <a:t>MEAN</a:t>
            </a:r>
            <a:endParaRPr sz="1133" b="0" i="0" u="none" strike="noStrike" cap="none">
              <a:solidFill>
                <a:srgbClr val="E87722"/>
              </a:solidFill>
              <a:sym typeface="Arial"/>
            </a:endParaRPr>
          </a:p>
        </p:txBody>
      </p:sp>
      <p:sp>
        <p:nvSpPr>
          <p:cNvPr id="400" name="Google Shape;400;p26"/>
          <p:cNvSpPr/>
          <p:nvPr/>
        </p:nvSpPr>
        <p:spPr>
          <a:xfrm>
            <a:off x="4632960" y="2206752"/>
            <a:ext cx="975360" cy="707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lang="en-US" sz="1167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768</a:t>
            </a:r>
            <a:endParaRPr sz="116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6"/>
          <p:cNvSpPr/>
          <p:nvPr/>
        </p:nvSpPr>
        <p:spPr>
          <a:xfrm>
            <a:off x="5730240" y="2206752"/>
            <a:ext cx="1036320" cy="707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lang="en-US" sz="1167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110M</a:t>
            </a:r>
            <a:endParaRPr sz="116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6"/>
          <p:cNvSpPr/>
          <p:nvPr/>
        </p:nvSpPr>
        <p:spPr>
          <a:xfrm>
            <a:off x="6888480" y="2206752"/>
            <a:ext cx="1036320" cy="707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3"/>
              <a:buFont typeface="Arial"/>
              <a:buNone/>
            </a:pPr>
            <a:r>
              <a:rPr lang="en-US" sz="1233" b="1" i="0" u="none" strike="noStrike" cap="non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0.923</a:t>
            </a:r>
            <a:endParaRPr sz="12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6"/>
          <p:cNvSpPr/>
          <p:nvPr/>
        </p:nvSpPr>
        <p:spPr>
          <a:xfrm>
            <a:off x="8046720" y="2206752"/>
            <a:ext cx="1097280" cy="707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lang="en-US" sz="1150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English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6"/>
          <p:cNvSpPr/>
          <p:nvPr/>
        </p:nvSpPr>
        <p:spPr>
          <a:xfrm>
            <a:off x="9265920" y="219456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71450" indent="-171450">
              <a:buSzPts val="1267"/>
              <a:buChar char="•"/>
            </a:pPr>
            <a:r>
              <a:rPr lang="en-US" sz="1150" b="0" i="0" u="none" strike="noStrike" cap="none">
                <a:solidFill>
                  <a:srgbClr val="3A5068"/>
                </a:solidFill>
                <a:latin typeface="Arial"/>
                <a:ea typeface="Arial"/>
                <a:cs typeface="Arial"/>
                <a:sym typeface="Arial"/>
              </a:rPr>
              <a:t>NLI </a:t>
            </a:r>
            <a:r>
              <a:rPr lang="en-US" sz="1150">
                <a:solidFill>
                  <a:srgbClr val="3A5068"/>
                </a:solidFill>
              </a:rPr>
              <a:t>fine-tuned</a:t>
            </a:r>
            <a:endParaRPr lang="en-US" sz="1150"/>
          </a:p>
          <a:p>
            <a:pPr>
              <a:buSzPts val="1267"/>
            </a:pPr>
            <a:endParaRPr lang="en-US" sz="1150">
              <a:solidFill>
                <a:srgbClr val="3A5068"/>
              </a:solidFill>
            </a:endParaRPr>
          </a:p>
          <a:p>
            <a:pPr marL="171450" indent="-171450">
              <a:buSzPts val="1267"/>
              <a:buChar char="•"/>
            </a:pPr>
            <a:r>
              <a:rPr lang="en-US" sz="1150">
                <a:solidFill>
                  <a:srgbClr val="3A5068"/>
                </a:solidFill>
              </a:rPr>
              <a:t>mean-pool</a:t>
            </a:r>
            <a:r>
              <a:rPr lang="en-US" sz="1150" b="0" i="0" u="none" strike="noStrike" cap="none">
                <a:solidFill>
                  <a:srgbClr val="3A5068"/>
                </a:solidFill>
                <a:latin typeface="Arial"/>
                <a:ea typeface="Arial"/>
                <a:cs typeface="Arial"/>
                <a:sym typeface="Arial"/>
              </a:rPr>
              <a:t> gives rich semantic vectors. Best for similarity.</a:t>
            </a:r>
            <a:endParaRPr lang="en-US"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5" name="Google Shape;405;p26"/>
          <p:cNvSpPr/>
          <p:nvPr/>
        </p:nvSpPr>
        <p:spPr>
          <a:xfrm>
            <a:off x="365760" y="3072384"/>
            <a:ext cx="11460480" cy="82905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5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6"/>
          <p:cNvSpPr/>
          <p:nvPr/>
        </p:nvSpPr>
        <p:spPr>
          <a:xfrm>
            <a:off x="512064" y="3133344"/>
            <a:ext cx="2499360" cy="707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150" b="1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BERT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6"/>
          <p:cNvSpPr/>
          <p:nvPr/>
        </p:nvSpPr>
        <p:spPr>
          <a:xfrm>
            <a:off x="3133344" y="3267456"/>
            <a:ext cx="1097280" cy="390144"/>
          </a:xfrm>
          <a:prstGeom prst="roundRect">
            <a:avLst>
              <a:gd name="adj" fmla="val 15625"/>
            </a:avLst>
          </a:prstGeom>
          <a:solidFill>
            <a:srgbClr val="FEE2E2"/>
          </a:solidFill>
          <a:ln w="1015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6"/>
          <p:cNvSpPr/>
          <p:nvPr/>
        </p:nvSpPr>
        <p:spPr>
          <a:xfrm>
            <a:off x="3133344" y="3267456"/>
            <a:ext cx="109728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133" b="1" i="0" u="none" strike="noStrike" cap="non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CLS</a:t>
            </a:r>
            <a:endParaRPr sz="11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6"/>
          <p:cNvSpPr/>
          <p:nvPr/>
        </p:nvSpPr>
        <p:spPr>
          <a:xfrm>
            <a:off x="4632960" y="3133344"/>
            <a:ext cx="975360" cy="707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lang="en-US" sz="1167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768</a:t>
            </a:r>
            <a:endParaRPr sz="116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6"/>
          <p:cNvSpPr/>
          <p:nvPr/>
        </p:nvSpPr>
        <p:spPr>
          <a:xfrm>
            <a:off x="5730240" y="3133344"/>
            <a:ext cx="1036320" cy="707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lang="en-US" sz="1167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110M</a:t>
            </a:r>
            <a:endParaRPr sz="116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6"/>
          <p:cNvSpPr/>
          <p:nvPr/>
        </p:nvSpPr>
        <p:spPr>
          <a:xfrm>
            <a:off x="6888480" y="3133344"/>
            <a:ext cx="1036320" cy="707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3"/>
              <a:buFont typeface="Arial"/>
              <a:buNone/>
            </a:pPr>
            <a:r>
              <a:rPr lang="en-US" sz="1233" b="1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0.765</a:t>
            </a:r>
            <a:endParaRPr sz="12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6"/>
          <p:cNvSpPr/>
          <p:nvPr/>
        </p:nvSpPr>
        <p:spPr>
          <a:xfrm>
            <a:off x="8046720" y="3133344"/>
            <a:ext cx="1097280" cy="707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lang="en-US" sz="1167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English</a:t>
            </a:r>
            <a:endParaRPr sz="116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6"/>
          <p:cNvSpPr/>
          <p:nvPr/>
        </p:nvSpPr>
        <p:spPr>
          <a:xfrm>
            <a:off x="9265920" y="3121152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71450" indent="-171450">
              <a:buSzPts val="1267"/>
              <a:buFont typeface="Arial"/>
              <a:buChar char="•"/>
            </a:pPr>
            <a:r>
              <a:rPr lang="en-US" sz="1150">
                <a:solidFill>
                  <a:srgbClr val="3A5068"/>
                </a:solidFill>
              </a:rPr>
              <a:t>Same size as SBERT, but CLS pooling was trained for Masked Language Models, not similarity.</a:t>
            </a:r>
            <a:endParaRPr lang="en-US"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4" name="Google Shape;414;p26"/>
          <p:cNvSpPr/>
          <p:nvPr/>
        </p:nvSpPr>
        <p:spPr>
          <a:xfrm>
            <a:off x="365760" y="3998976"/>
            <a:ext cx="11460480" cy="82905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5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6"/>
          <p:cNvSpPr/>
          <p:nvPr/>
        </p:nvSpPr>
        <p:spPr>
          <a:xfrm>
            <a:off x="512064" y="4059936"/>
            <a:ext cx="2499360" cy="707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150" b="1" err="1">
                <a:solidFill>
                  <a:srgbClr val="1A2B3C"/>
                </a:solidFill>
              </a:rPr>
              <a:t>RoBERTa</a:t>
            </a:r>
            <a:r>
              <a:rPr lang="en-US" sz="1150" b="1">
                <a:solidFill>
                  <a:srgbClr val="1A2B3C"/>
                </a:solidFill>
              </a:rPr>
              <a:t>-Large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6"/>
          <p:cNvSpPr/>
          <p:nvPr/>
        </p:nvSpPr>
        <p:spPr>
          <a:xfrm>
            <a:off x="3133344" y="4194048"/>
            <a:ext cx="1097280" cy="390144"/>
          </a:xfrm>
          <a:prstGeom prst="roundRect">
            <a:avLst>
              <a:gd name="adj" fmla="val 15625"/>
            </a:avLst>
          </a:prstGeom>
          <a:solidFill>
            <a:srgbClr val="FEE2E2"/>
          </a:solidFill>
          <a:ln w="1015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6"/>
          <p:cNvSpPr/>
          <p:nvPr/>
        </p:nvSpPr>
        <p:spPr>
          <a:xfrm>
            <a:off x="3133344" y="4194048"/>
            <a:ext cx="109728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133" b="1" i="0" u="none" strike="noStrike" cap="non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CLS</a:t>
            </a:r>
            <a:endParaRPr sz="11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6"/>
          <p:cNvSpPr/>
          <p:nvPr/>
        </p:nvSpPr>
        <p:spPr>
          <a:xfrm>
            <a:off x="4632960" y="4059936"/>
            <a:ext cx="975360" cy="707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lang="en-US" sz="1167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1024</a:t>
            </a:r>
            <a:endParaRPr sz="116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6"/>
          <p:cNvSpPr/>
          <p:nvPr/>
        </p:nvSpPr>
        <p:spPr>
          <a:xfrm>
            <a:off x="5730240" y="4059936"/>
            <a:ext cx="1036320" cy="707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lang="en-US" sz="1150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355M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6"/>
          <p:cNvSpPr/>
          <p:nvPr/>
        </p:nvSpPr>
        <p:spPr>
          <a:xfrm>
            <a:off x="6888480" y="4059936"/>
            <a:ext cx="1036320" cy="707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3"/>
              <a:buFont typeface="Arial"/>
              <a:buNone/>
            </a:pPr>
            <a:r>
              <a:rPr lang="en-US" sz="1150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0.773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6"/>
          <p:cNvSpPr/>
          <p:nvPr/>
        </p:nvSpPr>
        <p:spPr>
          <a:xfrm>
            <a:off x="8046720" y="4059936"/>
            <a:ext cx="1097280" cy="707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7"/>
              <a:buFont typeface="Arial"/>
              <a:buNone/>
            </a:pPr>
            <a:r>
              <a:rPr lang="en-US" sz="1167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English</a:t>
            </a:r>
            <a:endParaRPr sz="116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6"/>
          <p:cNvSpPr/>
          <p:nvPr/>
        </p:nvSpPr>
        <p:spPr>
          <a:xfrm>
            <a:off x="9265920" y="4047744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71450" indent="-171450">
              <a:buSzPts val="1267"/>
              <a:buChar char="•"/>
            </a:pPr>
            <a:r>
              <a:rPr lang="en-US" sz="1150" b="0" i="0" u="none" strike="noStrike" cap="none">
                <a:solidFill>
                  <a:srgbClr val="3A5068"/>
                </a:solidFill>
                <a:latin typeface="Arial"/>
                <a:ea typeface="Arial"/>
                <a:cs typeface="Arial"/>
                <a:sym typeface="Arial"/>
              </a:rPr>
              <a:t>3× larger than BERT but still CLS </a:t>
            </a:r>
            <a:r>
              <a:rPr lang="en-US" sz="1150">
                <a:solidFill>
                  <a:srgbClr val="3A5068"/>
                </a:solidFill>
              </a:rPr>
              <a:t>pooling</a:t>
            </a:r>
            <a:endParaRPr lang="en-US"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32" name="Google Shape;432;p26" descr="Picture 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071"/>
            <a:ext cx="12192000" cy="896366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26"/>
          <p:cNvSpPr txBox="1"/>
          <p:nvPr/>
        </p:nvSpPr>
        <p:spPr>
          <a:xfrm>
            <a:off x="365750" y="876950"/>
            <a:ext cx="10476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 b="1">
                <a:solidFill>
                  <a:srgbClr val="0070C0"/>
                </a:solidFill>
                <a:ea typeface="Play"/>
                <a:sym typeface="Play"/>
              </a:rPr>
              <a:t>Encoders</a:t>
            </a:r>
            <a:r>
              <a:rPr lang="en-US" sz="3400" b="1" i="0" u="none" strike="noStrike" cap="none">
                <a:solidFill>
                  <a:srgbClr val="0070C0"/>
                </a:solidFill>
                <a:ea typeface="Play"/>
                <a:sym typeface="Play"/>
              </a:rPr>
              <a:t> tested in Phase 1</a:t>
            </a:r>
            <a:endParaRPr sz="14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434" name="Google Shape;434;p26"/>
          <p:cNvSpPr/>
          <p:nvPr/>
        </p:nvSpPr>
        <p:spPr>
          <a:xfrm>
            <a:off x="0" y="6277500"/>
            <a:ext cx="12176700" cy="580500"/>
          </a:xfrm>
          <a:prstGeom prst="rect">
            <a:avLst/>
          </a:prstGeom>
          <a:solidFill>
            <a:srgbClr val="F2F5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6"/>
          <p:cNvSpPr txBox="1"/>
          <p:nvPr/>
        </p:nvSpPr>
        <p:spPr>
          <a:xfrm>
            <a:off x="713232" y="6378308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GROUP 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6"/>
          <p:cNvSpPr txBox="1"/>
          <p:nvPr/>
        </p:nvSpPr>
        <p:spPr>
          <a:xfrm>
            <a:off x="3154680" y="6419088"/>
            <a:ext cx="5029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Jobin Roy · Akshita Sakshi · Shifin Mohammed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6"/>
          <p:cNvSpPr txBox="1"/>
          <p:nvPr/>
        </p:nvSpPr>
        <p:spPr>
          <a:xfrm>
            <a:off x="9006840" y="6419088"/>
            <a:ext cx="1417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HCNLP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9" name="Google Shape;43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8592" y="5953042"/>
            <a:ext cx="5492716" cy="34329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A1415E5-EE5E-A9E9-E184-3682A48AA43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-US" sz="12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12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A7C307-75FA-9CEF-1D0C-6F0B30E01980}"/>
              </a:ext>
            </a:extLst>
          </p:cNvPr>
          <p:cNvSpPr txBox="1"/>
          <p:nvPr/>
        </p:nvSpPr>
        <p:spPr>
          <a:xfrm>
            <a:off x="10630829" y="-1"/>
            <a:ext cx="14496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11.05.2026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7"/>
          <p:cNvSpPr/>
          <p:nvPr/>
        </p:nvSpPr>
        <p:spPr>
          <a:xfrm>
            <a:off x="365750" y="1748625"/>
            <a:ext cx="11380500" cy="896400"/>
          </a:xfrm>
          <a:prstGeom prst="rect">
            <a:avLst/>
          </a:prstGeom>
          <a:solidFill>
            <a:srgbClr val="F0FDF4"/>
          </a:solidFill>
          <a:ln w="1015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7"/>
          <p:cNvSpPr/>
          <p:nvPr/>
        </p:nvSpPr>
        <p:spPr>
          <a:xfrm>
            <a:off x="433866" y="1770231"/>
            <a:ext cx="54864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b="1" i="0" u="none" strike="noStrike" cap="none">
                <a:solidFill>
                  <a:srgbClr val="003B6F"/>
                </a:solidFill>
                <a:latin typeface="Arial"/>
                <a:ea typeface="Arial"/>
                <a:cs typeface="Arial"/>
                <a:sym typeface="Arial"/>
              </a:rPr>
              <a:t>KNN: K-nearest neighbours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7"/>
          <p:cNvSpPr/>
          <p:nvPr/>
        </p:nvSpPr>
        <p:spPr>
          <a:xfrm>
            <a:off x="416600" y="2169675"/>
            <a:ext cx="11278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1450" indent="-171450">
              <a:buSzPts val="1333"/>
              <a:buChar char="•"/>
            </a:pPr>
            <a:r>
              <a:rPr lang="en-US" sz="1200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Picks the </a:t>
            </a:r>
            <a:r>
              <a:rPr lang="en-US" sz="1200">
                <a:solidFill>
                  <a:srgbClr val="1A2B3C"/>
                </a:solidFill>
              </a:rPr>
              <a:t>k </a:t>
            </a:r>
            <a:r>
              <a:rPr lang="en-US" sz="1200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most similar training vectors using cosine </a:t>
            </a:r>
            <a:r>
              <a:rPr lang="en-US" sz="1200">
                <a:solidFill>
                  <a:srgbClr val="1A2B3C"/>
                </a:solidFill>
              </a:rPr>
              <a:t>similarity</a:t>
            </a:r>
            <a:endParaRPr lang="en-US" sz="1200"/>
          </a:p>
          <a:p>
            <a:pPr marL="171450" indent="-171450">
              <a:buSzPts val="1333"/>
              <a:buChar char="•"/>
            </a:pPr>
            <a:r>
              <a:rPr lang="en-US" sz="1200">
                <a:solidFill>
                  <a:srgbClr val="1A2B3C"/>
                </a:solidFill>
              </a:rPr>
              <a:t>It</a:t>
            </a:r>
            <a:r>
              <a:rPr lang="en-US" sz="1200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 works best because dark patterns carry strong surface signals, i.e., the nearest example almost always shares the correct label.</a:t>
            </a:r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0" name="Google Shape;450;p27"/>
          <p:cNvSpPr/>
          <p:nvPr/>
        </p:nvSpPr>
        <p:spPr>
          <a:xfrm>
            <a:off x="365750" y="2779275"/>
            <a:ext cx="11380500" cy="807900"/>
          </a:xfrm>
          <a:prstGeom prst="rect">
            <a:avLst/>
          </a:prstGeom>
          <a:solidFill>
            <a:srgbClr val="F0F7FF"/>
          </a:solidFill>
          <a:ln w="10150" cap="flat" cmpd="sng">
            <a:solidFill>
              <a:srgbClr val="0071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7"/>
          <p:cNvSpPr/>
          <p:nvPr/>
        </p:nvSpPr>
        <p:spPr>
          <a:xfrm>
            <a:off x="416591" y="2811445"/>
            <a:ext cx="54864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b="1" i="0" u="none" strike="noStrike" cap="none">
                <a:solidFill>
                  <a:srgbClr val="003B6F"/>
                </a:solidFill>
                <a:latin typeface="Arial"/>
                <a:ea typeface="Arial"/>
                <a:cs typeface="Arial"/>
                <a:sym typeface="Arial"/>
              </a:rPr>
              <a:t>Prototype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7"/>
          <p:cNvSpPr/>
          <p:nvPr/>
        </p:nvSpPr>
        <p:spPr>
          <a:xfrm>
            <a:off x="435338" y="2898445"/>
            <a:ext cx="11278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Char char="•"/>
            </a:pPr>
            <a:endParaRPr lang="en-US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171450" indent="-171450">
              <a:buSzPts val="1333"/>
              <a:buChar char="•"/>
            </a:pPr>
            <a:r>
              <a:rPr lang="en-US" sz="1200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Scores each candidate by its similarity to both the query AND the center (prototype) of its </a:t>
            </a:r>
            <a:r>
              <a:rPr lang="en-US" sz="1200">
                <a:solidFill>
                  <a:srgbClr val="1A2B3C"/>
                </a:solidFill>
              </a:rPr>
              <a:t>class</a:t>
            </a:r>
            <a:endParaRPr lang="en-US" sz="1200"/>
          </a:p>
          <a:p>
            <a:pPr marL="171450" marR="0" lvl="0" indent="-171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Font typeface="Arial"/>
              <a:buChar char="•"/>
            </a:pPr>
            <a:r>
              <a:rPr lang="en-US" sz="1200">
                <a:solidFill>
                  <a:srgbClr val="1A2B3C"/>
                </a:solidFill>
              </a:rPr>
              <a:t>More</a:t>
            </a:r>
            <a:r>
              <a:rPr lang="en-US" sz="1200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 representative </a:t>
            </a:r>
            <a:r>
              <a:rPr lang="en-US" sz="1200" b="0" i="0" u="none" strike="noStrike" cap="none" err="1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picks, but</a:t>
            </a:r>
            <a:r>
              <a:rPr lang="en-US" sz="1200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 adds noise for clear-signal categories.</a:t>
            </a:r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5" name="Google Shape;455;p27"/>
          <p:cNvSpPr/>
          <p:nvPr/>
        </p:nvSpPr>
        <p:spPr>
          <a:xfrm>
            <a:off x="365750" y="3721425"/>
            <a:ext cx="11380500" cy="954600"/>
          </a:xfrm>
          <a:prstGeom prst="rect">
            <a:avLst/>
          </a:prstGeom>
          <a:solidFill>
            <a:srgbClr val="F5F3FF"/>
          </a:solidFill>
          <a:ln w="1015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7"/>
          <p:cNvSpPr/>
          <p:nvPr/>
        </p:nvSpPr>
        <p:spPr>
          <a:xfrm>
            <a:off x="416591" y="3742910"/>
            <a:ext cx="54864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b="1" i="0" u="none" strike="noStrike" cap="none">
                <a:solidFill>
                  <a:srgbClr val="003B6F"/>
                </a:solidFill>
                <a:latin typeface="Arial"/>
                <a:ea typeface="Arial"/>
                <a:cs typeface="Arial"/>
                <a:sym typeface="Arial"/>
              </a:rPr>
              <a:t>MMR / Diversity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7"/>
          <p:cNvSpPr/>
          <p:nvPr/>
        </p:nvSpPr>
        <p:spPr>
          <a:xfrm>
            <a:off x="416600" y="4208025"/>
            <a:ext cx="11329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1450" indent="-171450">
              <a:buSzPts val="1333"/>
              <a:buChar char="•"/>
            </a:pPr>
            <a:r>
              <a:rPr lang="en-US" sz="1200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Maximal Marginal Relevance iteratively picks examples that are relevant to the query but diverse from already selected ones. </a:t>
            </a:r>
            <a:endParaRPr lang="en-US" sz="1200"/>
          </a:p>
          <a:p>
            <a:pPr marL="171450" marR="0" lvl="0" indent="-171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Prevents identical-class slots, but dark patterns don't need diversity.</a:t>
            </a:r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0" name="Google Shape;460;p27"/>
          <p:cNvSpPr/>
          <p:nvPr/>
        </p:nvSpPr>
        <p:spPr>
          <a:xfrm>
            <a:off x="365750" y="4842225"/>
            <a:ext cx="11380500" cy="954600"/>
          </a:xfrm>
          <a:prstGeom prst="rect">
            <a:avLst/>
          </a:prstGeom>
          <a:solidFill>
            <a:srgbClr val="FFF5F5"/>
          </a:solidFill>
          <a:ln w="1015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7"/>
          <p:cNvSpPr/>
          <p:nvPr/>
        </p:nvSpPr>
        <p:spPr>
          <a:xfrm>
            <a:off x="416591" y="4870649"/>
            <a:ext cx="54864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b="1" i="0" u="none" strike="noStrike" cap="none">
                <a:solidFill>
                  <a:srgbClr val="003B6F"/>
                </a:solidFill>
                <a:latin typeface="Arial"/>
                <a:ea typeface="Arial"/>
                <a:cs typeface="Arial"/>
                <a:sym typeface="Arial"/>
              </a:rPr>
              <a:t>HyDE: Hypothetical document embeddings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7"/>
          <p:cNvSpPr/>
          <p:nvPr/>
        </p:nvSpPr>
        <p:spPr>
          <a:xfrm>
            <a:off x="391100" y="5386838"/>
            <a:ext cx="113298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1450" indent="-171450">
              <a:buSzPts val="1333"/>
              <a:buChar char="•"/>
            </a:pPr>
            <a:r>
              <a:rPr lang="en-US" sz="1200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LLM first imagines an ideal dark-pattern snippet (temp=0.7), encodes that hypothetical text, then retrieves </a:t>
            </a:r>
            <a:r>
              <a:rPr lang="en-US" sz="1200" b="0" i="0" u="none" strike="noStrike" cap="none" err="1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neighbours</a:t>
            </a:r>
            <a:r>
              <a:rPr lang="en-US" sz="1200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 using </a:t>
            </a:r>
            <a:r>
              <a:rPr lang="en-US" sz="1200">
                <a:solidFill>
                  <a:srgbClr val="1A2B3C"/>
                </a:solidFill>
              </a:rPr>
              <a:t>it</a:t>
            </a:r>
            <a:endParaRPr lang="en-US" sz="1200"/>
          </a:p>
          <a:p>
            <a:pPr marL="171450" marR="0" lvl="0" indent="-171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Font typeface="Arial"/>
              <a:buChar char="•"/>
            </a:pPr>
            <a:r>
              <a:rPr lang="en-US" sz="1200">
                <a:solidFill>
                  <a:srgbClr val="1A2B3C"/>
                </a:solidFill>
              </a:rPr>
              <a:t>Adds</a:t>
            </a:r>
            <a:r>
              <a:rPr lang="en-US" sz="1200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 noise when original queries are already short and clear.</a:t>
            </a:r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5" name="Google Shape;465;p27" descr="Picture 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071"/>
            <a:ext cx="12192000" cy="896366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27"/>
          <p:cNvSpPr txBox="1"/>
          <p:nvPr/>
        </p:nvSpPr>
        <p:spPr>
          <a:xfrm>
            <a:off x="323700" y="983813"/>
            <a:ext cx="116412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SzPts val="1100"/>
            </a:pPr>
            <a:r>
              <a:rPr lang="en-US" sz="3300" b="1">
                <a:solidFill>
                  <a:srgbClr val="0070C0"/>
                </a:solidFill>
                <a:ea typeface="Play"/>
                <a:sym typeface="Play"/>
              </a:rPr>
              <a:t>Retrieval</a:t>
            </a:r>
            <a:r>
              <a:rPr lang="en-US" sz="3300" b="1" i="0" u="none" strike="noStrike" cap="none">
                <a:solidFill>
                  <a:srgbClr val="0070C0"/>
                </a:solidFill>
                <a:ea typeface="Play"/>
                <a:sym typeface="Play"/>
              </a:rPr>
              <a:t> strategies</a:t>
            </a:r>
            <a:r>
              <a:rPr lang="en-US" sz="3300" b="1">
                <a:solidFill>
                  <a:srgbClr val="0070C0"/>
                </a:solidFill>
                <a:ea typeface="Play"/>
                <a:sym typeface="Play"/>
              </a:rPr>
              <a:t> compared</a:t>
            </a:r>
            <a:endParaRPr lang="en-US" sz="13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467" name="Google Shape;467;p27"/>
          <p:cNvSpPr/>
          <p:nvPr/>
        </p:nvSpPr>
        <p:spPr>
          <a:xfrm>
            <a:off x="0" y="6277500"/>
            <a:ext cx="12176700" cy="580500"/>
          </a:xfrm>
          <a:prstGeom prst="rect">
            <a:avLst/>
          </a:prstGeom>
          <a:solidFill>
            <a:srgbClr val="F2F5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7"/>
          <p:cNvSpPr txBox="1"/>
          <p:nvPr/>
        </p:nvSpPr>
        <p:spPr>
          <a:xfrm>
            <a:off x="713232" y="6378308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GROUP 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7"/>
          <p:cNvSpPr txBox="1"/>
          <p:nvPr/>
        </p:nvSpPr>
        <p:spPr>
          <a:xfrm>
            <a:off x="3154680" y="6419088"/>
            <a:ext cx="5029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Jobin Roy · Akshita Sakshi · Shifin Mohammed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7"/>
          <p:cNvSpPr txBox="1"/>
          <p:nvPr/>
        </p:nvSpPr>
        <p:spPr>
          <a:xfrm>
            <a:off x="9006840" y="6419088"/>
            <a:ext cx="1417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HCNLP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1" name="Google Shape;47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5080" y="5982635"/>
            <a:ext cx="5479120" cy="33429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4A2654-8A54-9148-BACE-83708AC76FE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-US" sz="12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13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E92E72-D199-DE7D-E730-A4DC1323CB2D}"/>
              </a:ext>
            </a:extLst>
          </p:cNvPr>
          <p:cNvSpPr txBox="1"/>
          <p:nvPr/>
        </p:nvSpPr>
        <p:spPr>
          <a:xfrm>
            <a:off x="10630829" y="-1"/>
            <a:ext cx="14496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11.05.2026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8"/>
          <p:cNvSpPr/>
          <p:nvPr/>
        </p:nvSpPr>
        <p:spPr>
          <a:xfrm>
            <a:off x="365750" y="1584952"/>
            <a:ext cx="11460600" cy="475500"/>
          </a:xfrm>
          <a:prstGeom prst="rect">
            <a:avLst/>
          </a:prstGeom>
          <a:solidFill>
            <a:srgbClr val="F8FBFF"/>
          </a:solidFill>
          <a:ln w="9525" cap="flat" cmpd="sng">
            <a:solidFill>
              <a:srgbClr val="C5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8"/>
          <p:cNvSpPr/>
          <p:nvPr/>
        </p:nvSpPr>
        <p:spPr>
          <a:xfrm>
            <a:off x="365760" y="1604719"/>
            <a:ext cx="3169800" cy="438900"/>
          </a:xfrm>
          <a:prstGeom prst="rect">
            <a:avLst/>
          </a:prstGeom>
          <a:solidFill>
            <a:srgbClr val="003B6F"/>
          </a:solidFill>
          <a:ln w="12700" cap="flat" cmpd="sng">
            <a:solidFill>
              <a:srgbClr val="003B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8"/>
          <p:cNvSpPr/>
          <p:nvPr/>
        </p:nvSpPr>
        <p:spPr>
          <a:xfrm>
            <a:off x="426720" y="1621536"/>
            <a:ext cx="30480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33850" rIns="33850" bIns="33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ea typeface="Consolas"/>
                <a:sym typeface="Consolas"/>
              </a:rPr>
              <a:t>label</a:t>
            </a:r>
            <a:endParaRPr sz="1600" b="0" i="0" u="none" strike="noStrike" cap="none">
              <a:solidFill>
                <a:schemeClr val="dk1"/>
              </a:solidFill>
              <a:sym typeface="Arial"/>
            </a:endParaRPr>
          </a:p>
        </p:txBody>
      </p:sp>
      <p:sp>
        <p:nvSpPr>
          <p:cNvPr id="480" name="Google Shape;480;p28"/>
          <p:cNvSpPr/>
          <p:nvPr/>
        </p:nvSpPr>
        <p:spPr>
          <a:xfrm>
            <a:off x="3718560" y="1621536"/>
            <a:ext cx="7985760" cy="536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The dark pattern category is one of 8 types (e.g., urgency, scarcity, forced action).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8"/>
          <p:cNvSpPr/>
          <p:nvPr/>
        </p:nvSpPr>
        <p:spPr>
          <a:xfrm>
            <a:off x="365760" y="2279904"/>
            <a:ext cx="3169920" cy="438912"/>
          </a:xfrm>
          <a:prstGeom prst="rect">
            <a:avLst/>
          </a:prstGeom>
          <a:solidFill>
            <a:srgbClr val="0071BB"/>
          </a:solidFill>
          <a:ln w="12700" cap="flat" cmpd="sng">
            <a:solidFill>
              <a:srgbClr val="0071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8"/>
          <p:cNvSpPr/>
          <p:nvPr/>
        </p:nvSpPr>
        <p:spPr>
          <a:xfrm>
            <a:off x="426720" y="2279904"/>
            <a:ext cx="30480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33850" rIns="33850" bIns="33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ea typeface="Consolas"/>
                <a:sym typeface="Consolas"/>
              </a:rPr>
              <a:t>confidence</a:t>
            </a:r>
            <a:endParaRPr sz="1600" b="0" i="0" u="none" strike="noStrike" cap="none">
              <a:solidFill>
                <a:schemeClr val="dk1"/>
              </a:solidFill>
              <a:sym typeface="Arial"/>
            </a:endParaRPr>
          </a:p>
        </p:txBody>
      </p:sp>
      <p:sp>
        <p:nvSpPr>
          <p:cNvPr id="483" name="Google Shape;483;p28"/>
          <p:cNvSpPr/>
          <p:nvPr/>
        </p:nvSpPr>
        <p:spPr>
          <a:xfrm>
            <a:off x="3718598" y="2212879"/>
            <a:ext cx="79857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indent="-285750">
              <a:buSzPts val="1400"/>
              <a:buChar char="•"/>
            </a:pPr>
            <a:r>
              <a:rPr lang="en-US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Model's self-rated certainty (0–1</a:t>
            </a:r>
            <a:r>
              <a:rPr lang="en-US">
                <a:solidFill>
                  <a:srgbClr val="1A2B3C"/>
                </a:solidFill>
              </a:rPr>
              <a:t>)</a:t>
            </a:r>
            <a:endParaRPr lang="en-US"/>
          </a:p>
          <a:p>
            <a:pPr marL="285750" marR="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Low-confidence cases can be flagged for human review by regulators.</a:t>
            </a:r>
            <a:endParaRPr lang="en-US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4" name="Google Shape;484;p28"/>
          <p:cNvSpPr/>
          <p:nvPr/>
        </p:nvSpPr>
        <p:spPr>
          <a:xfrm>
            <a:off x="365750" y="2901700"/>
            <a:ext cx="11460600" cy="438900"/>
          </a:xfrm>
          <a:prstGeom prst="rect">
            <a:avLst/>
          </a:prstGeom>
          <a:solidFill>
            <a:srgbClr val="F8FBFF"/>
          </a:solidFill>
          <a:ln w="9525" cap="flat" cmpd="sng">
            <a:solidFill>
              <a:srgbClr val="C5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8"/>
          <p:cNvSpPr/>
          <p:nvPr/>
        </p:nvSpPr>
        <p:spPr>
          <a:xfrm>
            <a:off x="365760" y="2913047"/>
            <a:ext cx="3169800" cy="438900"/>
          </a:xfrm>
          <a:prstGeom prst="rect">
            <a:avLst/>
          </a:prstGeom>
          <a:solidFill>
            <a:srgbClr val="E0DCF5"/>
          </a:solidFill>
          <a:ln w="12700" cap="flat" cmpd="sng">
            <a:solidFill>
              <a:srgbClr val="F5F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8"/>
          <p:cNvSpPr/>
          <p:nvPr/>
        </p:nvSpPr>
        <p:spPr>
          <a:xfrm>
            <a:off x="426720" y="2913047"/>
            <a:ext cx="3048000" cy="438900"/>
          </a:xfrm>
          <a:prstGeom prst="rect">
            <a:avLst/>
          </a:prstGeom>
          <a:solidFill>
            <a:srgbClr val="E0DCF5"/>
          </a:solidFill>
          <a:ln>
            <a:noFill/>
          </a:ln>
        </p:spPr>
        <p:txBody>
          <a:bodyPr spcFirstLastPara="1" wrap="square" lIns="33850" tIns="33850" rIns="33850" bIns="33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600" b="1" i="0" u="none" strike="noStrike" cap="none">
                <a:solidFill>
                  <a:srgbClr val="7C3AED"/>
                </a:solidFill>
                <a:ea typeface="Consolas"/>
                <a:sym typeface="Consolas"/>
              </a:rPr>
              <a:t>psychological_mechanism</a:t>
            </a:r>
            <a:endParaRPr sz="1600" b="0" i="0" u="none" strike="noStrike" cap="none">
              <a:solidFill>
                <a:srgbClr val="7C3AED"/>
              </a:solidFill>
              <a:sym typeface="Arial"/>
            </a:endParaRPr>
          </a:p>
        </p:txBody>
      </p:sp>
      <p:sp>
        <p:nvSpPr>
          <p:cNvPr id="487" name="Google Shape;487;p28"/>
          <p:cNvSpPr/>
          <p:nvPr/>
        </p:nvSpPr>
        <p:spPr>
          <a:xfrm>
            <a:off x="3718598" y="2871235"/>
            <a:ext cx="79857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The cognitive bias being exploited (e.g., loss aversion, social conformity, status quo bias) 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8"/>
          <p:cNvSpPr/>
          <p:nvPr/>
        </p:nvSpPr>
        <p:spPr>
          <a:xfrm>
            <a:off x="365760" y="3596640"/>
            <a:ext cx="3169920" cy="438912"/>
          </a:xfrm>
          <a:prstGeom prst="rect">
            <a:avLst/>
          </a:prstGeom>
          <a:solidFill>
            <a:srgbClr val="D9EAD3"/>
          </a:solidFill>
          <a:ln w="12700" cap="flat" cmpd="sng">
            <a:solidFill>
              <a:srgbClr val="D9EA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8"/>
          <p:cNvSpPr/>
          <p:nvPr/>
        </p:nvSpPr>
        <p:spPr>
          <a:xfrm>
            <a:off x="426720" y="3596640"/>
            <a:ext cx="3048000" cy="438912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33850" tIns="33850" rIns="33850" bIns="33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600" b="1" i="0" u="none" strike="noStrike" cap="none">
                <a:solidFill>
                  <a:srgbClr val="6AA84F"/>
                </a:solidFill>
                <a:ea typeface="Consolas"/>
                <a:sym typeface="Consolas"/>
              </a:rPr>
              <a:t>evidence_span</a:t>
            </a:r>
            <a:endParaRPr sz="1600" b="0" i="0" u="none" strike="noStrike" cap="none">
              <a:solidFill>
                <a:srgbClr val="6AA84F"/>
              </a:solidFill>
              <a:sym typeface="Arial"/>
            </a:endParaRPr>
          </a:p>
        </p:txBody>
      </p:sp>
      <p:sp>
        <p:nvSpPr>
          <p:cNvPr id="490" name="Google Shape;490;p28"/>
          <p:cNvSpPr/>
          <p:nvPr/>
        </p:nvSpPr>
        <p:spPr>
          <a:xfrm>
            <a:off x="3718573" y="3499090"/>
            <a:ext cx="79857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indent="-285750">
              <a:buSzPts val="1400"/>
              <a:buChar char="•"/>
            </a:pPr>
            <a:r>
              <a:rPr lang="en-US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Verbatim substring from the input text that is manipulative</a:t>
            </a:r>
            <a:endParaRPr lang="en-US"/>
          </a:p>
          <a:p>
            <a:pPr marL="285750" indent="-285750">
              <a:buSzPts val="1400"/>
              <a:buChar char="•"/>
            </a:pPr>
            <a:r>
              <a:rPr lang="en-US" b="0" i="0" u="none" strike="noStrike" cap="none" err="1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Lets</a:t>
            </a:r>
            <a:r>
              <a:rPr lang="en-US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 regulators point to the exact phrase.</a:t>
            </a:r>
            <a:endParaRPr lang="en-US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1" name="Google Shape;491;p28"/>
          <p:cNvSpPr/>
          <p:nvPr/>
        </p:nvSpPr>
        <p:spPr>
          <a:xfrm>
            <a:off x="365750" y="4218427"/>
            <a:ext cx="11460600" cy="475500"/>
          </a:xfrm>
          <a:prstGeom prst="rect">
            <a:avLst/>
          </a:prstGeom>
          <a:solidFill>
            <a:srgbClr val="F8FBFF"/>
          </a:solidFill>
          <a:ln w="9525" cap="flat" cmpd="sng">
            <a:solidFill>
              <a:srgbClr val="C5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8"/>
          <p:cNvSpPr/>
          <p:nvPr/>
        </p:nvSpPr>
        <p:spPr>
          <a:xfrm>
            <a:off x="365760" y="4238191"/>
            <a:ext cx="3169800" cy="438900"/>
          </a:xfrm>
          <a:prstGeom prst="rect">
            <a:avLst/>
          </a:prstGeom>
          <a:solidFill>
            <a:srgbClr val="F4CCCC"/>
          </a:solidFill>
          <a:ln w="12700" cap="flat" cmpd="sng">
            <a:solidFill>
              <a:srgbClr val="F4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8"/>
          <p:cNvSpPr/>
          <p:nvPr/>
        </p:nvSpPr>
        <p:spPr>
          <a:xfrm>
            <a:off x="426720" y="4255008"/>
            <a:ext cx="3048000" cy="438912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33850" tIns="33850" rIns="33850" bIns="33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600" b="1" i="0" u="none" strike="noStrike" cap="none">
                <a:solidFill>
                  <a:srgbClr val="FF0000"/>
                </a:solidFill>
                <a:ea typeface="Consolas"/>
                <a:sym typeface="Consolas"/>
              </a:rPr>
              <a:t>harm_dimension</a:t>
            </a:r>
            <a:endParaRPr sz="1600" b="0" i="0" u="none" strike="noStrike" cap="none">
              <a:solidFill>
                <a:srgbClr val="FF0000"/>
              </a:solidFill>
              <a:sym typeface="Arial"/>
            </a:endParaRPr>
          </a:p>
        </p:txBody>
      </p:sp>
      <p:sp>
        <p:nvSpPr>
          <p:cNvPr id="494" name="Google Shape;494;p28"/>
          <p:cNvSpPr/>
          <p:nvPr/>
        </p:nvSpPr>
        <p:spPr>
          <a:xfrm>
            <a:off x="3718560" y="4172696"/>
            <a:ext cx="79857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The consumer harm (e.g., financial loss, privacy violation, autonomy deprivation)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8"/>
          <p:cNvSpPr/>
          <p:nvPr/>
        </p:nvSpPr>
        <p:spPr>
          <a:xfrm>
            <a:off x="365760" y="4913376"/>
            <a:ext cx="3169920" cy="438912"/>
          </a:xfrm>
          <a:prstGeom prst="rect">
            <a:avLst/>
          </a:prstGeom>
          <a:solidFill>
            <a:srgbClr val="FCE5CD"/>
          </a:solidFill>
          <a:ln w="12700" cap="flat" cmpd="sng">
            <a:solidFill>
              <a:srgbClr val="FCE5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8"/>
          <p:cNvSpPr/>
          <p:nvPr/>
        </p:nvSpPr>
        <p:spPr>
          <a:xfrm>
            <a:off x="426720" y="4913376"/>
            <a:ext cx="3048000" cy="438912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spcFirstLastPara="1" wrap="square" lIns="33850" tIns="33850" rIns="33850" bIns="33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600" b="1" i="0" u="none" strike="noStrike" cap="none">
                <a:solidFill>
                  <a:srgbClr val="E87722"/>
                </a:solidFill>
                <a:ea typeface="Consolas"/>
                <a:sym typeface="Consolas"/>
              </a:rPr>
              <a:t>rationale</a:t>
            </a:r>
            <a:endParaRPr sz="1600" b="0" i="0" u="none" strike="noStrike" cap="none">
              <a:solidFill>
                <a:srgbClr val="E87722"/>
              </a:solidFill>
              <a:sym typeface="Arial"/>
            </a:endParaRPr>
          </a:p>
        </p:txBody>
      </p:sp>
      <p:sp>
        <p:nvSpPr>
          <p:cNvPr id="497" name="Google Shape;497;p28"/>
          <p:cNvSpPr/>
          <p:nvPr/>
        </p:nvSpPr>
        <p:spPr>
          <a:xfrm>
            <a:off x="3718548" y="4865064"/>
            <a:ext cx="79857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indent="-285750">
              <a:buSzPts val="1400"/>
              <a:buChar char="•"/>
            </a:pPr>
            <a:r>
              <a:rPr lang="en-US" b="0" i="0" u="none" strike="noStrike" cap="none">
                <a:solidFill>
                  <a:srgbClr val="1A2B3C"/>
                </a:solidFill>
                <a:sym typeface="Arial"/>
              </a:rPr>
              <a:t>1–3 sentence explanation connecting the evidence span → mechanism → harm</a:t>
            </a:r>
            <a:endParaRPr lang="en-US" sz="1800"/>
          </a:p>
          <a:p>
            <a:pPr marL="285750" marR="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b="0" i="0" u="none" strike="noStrike" cap="none">
                <a:solidFill>
                  <a:srgbClr val="1A2B3C"/>
                </a:solidFill>
                <a:sym typeface="Arial"/>
              </a:rPr>
              <a:t>Human-readable</a:t>
            </a:r>
            <a:r>
              <a:rPr lang="en-US" sz="1800" b="0" i="0" u="none" strike="noStrike" cap="none">
                <a:solidFill>
                  <a:srgbClr val="1A2B3C"/>
                </a:solidFill>
                <a:ea typeface="Calibri"/>
                <a:sym typeface="Calibri"/>
              </a:rPr>
              <a:t>.</a:t>
            </a:r>
            <a:endParaRPr lang="en-US" sz="1800" b="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498" name="Google Shape;498;p28"/>
          <p:cNvSpPr/>
          <p:nvPr/>
        </p:nvSpPr>
        <p:spPr>
          <a:xfrm>
            <a:off x="365750" y="5535174"/>
            <a:ext cx="11460600" cy="475500"/>
          </a:xfrm>
          <a:prstGeom prst="rect">
            <a:avLst/>
          </a:prstGeom>
          <a:solidFill>
            <a:srgbClr val="F8FBFF"/>
          </a:solidFill>
          <a:ln w="9525" cap="flat" cmpd="sng">
            <a:solidFill>
              <a:srgbClr val="C5D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8"/>
          <p:cNvSpPr/>
          <p:nvPr/>
        </p:nvSpPr>
        <p:spPr>
          <a:xfrm>
            <a:off x="365760" y="5563336"/>
            <a:ext cx="3169800" cy="43890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8"/>
          <p:cNvSpPr/>
          <p:nvPr/>
        </p:nvSpPr>
        <p:spPr>
          <a:xfrm>
            <a:off x="426720" y="5571744"/>
            <a:ext cx="30480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50" tIns="33850" rIns="33850" bIns="33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ea typeface="Consolas"/>
                <a:sym typeface="Consolas"/>
              </a:rPr>
              <a:t>rewrite</a:t>
            </a:r>
            <a:endParaRPr sz="1600" b="0" i="0" u="none" strike="noStrike" cap="none">
              <a:solidFill>
                <a:schemeClr val="dk1"/>
              </a:solidFill>
              <a:sym typeface="Arial"/>
            </a:endParaRPr>
          </a:p>
        </p:txBody>
      </p:sp>
      <p:sp>
        <p:nvSpPr>
          <p:cNvPr id="501" name="Google Shape;501;p28"/>
          <p:cNvSpPr/>
          <p:nvPr/>
        </p:nvSpPr>
        <p:spPr>
          <a:xfrm>
            <a:off x="3718523" y="5504719"/>
            <a:ext cx="79857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indent="-285750">
              <a:buSzPts val="1400"/>
              <a:buChar char="•"/>
            </a:pPr>
            <a:r>
              <a:rPr lang="en-US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A non-manipulative alternative that keeps product info but removes the deceptive element</a:t>
            </a:r>
            <a:endParaRPr lang="en-US"/>
          </a:p>
          <a:p>
            <a:pPr marL="285750" marR="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Actionable for platforms.</a:t>
            </a:r>
            <a:endParaRPr lang="en-US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02" name="Google Shape;502;p28" descr="Picture 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071"/>
            <a:ext cx="12192000" cy="896366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28"/>
          <p:cNvSpPr txBox="1"/>
          <p:nvPr/>
        </p:nvSpPr>
        <p:spPr>
          <a:xfrm>
            <a:off x="275388" y="917113"/>
            <a:ext cx="116412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rgbClr val="0071BB"/>
                </a:solidFill>
                <a:ea typeface="Play"/>
                <a:sym typeface="Play"/>
              </a:rPr>
              <a:t>Structured output schema: 7 fields per prediction</a:t>
            </a:r>
            <a:endParaRPr sz="2600" b="0" i="0" u="none" strike="noStrike" cap="none">
              <a:solidFill>
                <a:srgbClr val="0071BB"/>
              </a:solidFill>
              <a:ea typeface="Play"/>
              <a:sym typeface="Play"/>
            </a:endParaRPr>
          </a:p>
        </p:txBody>
      </p:sp>
      <p:sp>
        <p:nvSpPr>
          <p:cNvPr id="504" name="Google Shape;504;p28"/>
          <p:cNvSpPr/>
          <p:nvPr/>
        </p:nvSpPr>
        <p:spPr>
          <a:xfrm>
            <a:off x="0" y="6297225"/>
            <a:ext cx="12176700" cy="580500"/>
          </a:xfrm>
          <a:prstGeom prst="rect">
            <a:avLst/>
          </a:prstGeom>
          <a:solidFill>
            <a:srgbClr val="F2F5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8"/>
          <p:cNvSpPr txBox="1"/>
          <p:nvPr/>
        </p:nvSpPr>
        <p:spPr>
          <a:xfrm>
            <a:off x="713232" y="6378308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GROUP 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8"/>
          <p:cNvSpPr txBox="1"/>
          <p:nvPr/>
        </p:nvSpPr>
        <p:spPr>
          <a:xfrm>
            <a:off x="3154680" y="6419088"/>
            <a:ext cx="5029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Jobin Roy · Akshita Sakshi · Shifin Mohammed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8"/>
          <p:cNvSpPr txBox="1"/>
          <p:nvPr/>
        </p:nvSpPr>
        <p:spPr>
          <a:xfrm>
            <a:off x="9006840" y="6419088"/>
            <a:ext cx="1417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HCNLP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8" name="Google Shape;50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9878" y="6044364"/>
            <a:ext cx="5657308" cy="34516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995F28-BDF3-6A5D-4563-BEF7FC6678E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-US" sz="12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14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75F1CF-638F-DB3D-F0A9-8B997EC80953}"/>
              </a:ext>
            </a:extLst>
          </p:cNvPr>
          <p:cNvSpPr txBox="1"/>
          <p:nvPr/>
        </p:nvSpPr>
        <p:spPr>
          <a:xfrm>
            <a:off x="10630829" y="-1"/>
            <a:ext cx="14496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11.05.2026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4" name="Google Shape;514;p29"/>
          <p:cNvCxnSpPr/>
          <p:nvPr/>
        </p:nvCxnSpPr>
        <p:spPr>
          <a:xfrm>
            <a:off x="11728704" y="121920"/>
            <a:ext cx="0" cy="756000"/>
          </a:xfrm>
          <a:prstGeom prst="straightConnector1">
            <a:avLst/>
          </a:prstGeom>
          <a:noFill/>
          <a:ln w="25400" cap="flat" cmpd="sng">
            <a:solidFill>
              <a:srgbClr val="0071B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15" name="Google Shape;515;p29"/>
          <p:cNvCxnSpPr/>
          <p:nvPr/>
        </p:nvCxnSpPr>
        <p:spPr>
          <a:xfrm>
            <a:off x="0" y="975360"/>
            <a:ext cx="12192000" cy="0"/>
          </a:xfrm>
          <a:prstGeom prst="straightConnector1">
            <a:avLst/>
          </a:prstGeom>
          <a:noFill/>
          <a:ln w="33875" cap="flat" cmpd="sng">
            <a:solidFill>
              <a:srgbClr val="0071B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6" name="Google Shape;516;p29"/>
          <p:cNvSpPr/>
          <p:nvPr/>
        </p:nvSpPr>
        <p:spPr>
          <a:xfrm>
            <a:off x="365760" y="1097280"/>
            <a:ext cx="11460300" cy="6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3500"/>
              <a:buFont typeface="Calibri"/>
              <a:buNone/>
            </a:pPr>
            <a:r>
              <a:rPr lang="en-US" sz="3300" b="1" i="0" u="none" strike="noStrike" cap="none">
                <a:solidFill>
                  <a:srgbClr val="0071BB"/>
                </a:solidFill>
                <a:ea typeface="Play"/>
                <a:sym typeface="Play"/>
              </a:rPr>
              <a:t>Experimental setup &amp; comparison design</a:t>
            </a:r>
            <a:endParaRPr sz="3300" b="0" i="0" u="none" strike="noStrike" cap="none">
              <a:solidFill>
                <a:srgbClr val="0071BB"/>
              </a:solidFill>
              <a:ea typeface="Play"/>
              <a:sym typeface="Play"/>
            </a:endParaRPr>
          </a:p>
        </p:txBody>
      </p:sp>
      <p:sp>
        <p:nvSpPr>
          <p:cNvPr id="517" name="Google Shape;517;p29"/>
          <p:cNvSpPr/>
          <p:nvPr/>
        </p:nvSpPr>
        <p:spPr>
          <a:xfrm>
            <a:off x="365760" y="1743456"/>
            <a:ext cx="114603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600"/>
              <a:buFont typeface="Calibri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Controlled local inference, fixed prompt/schema, and targeted ablations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29"/>
          <p:cNvSpPr/>
          <p:nvPr/>
        </p:nvSpPr>
        <p:spPr>
          <a:xfrm>
            <a:off x="341376" y="2218944"/>
            <a:ext cx="2682300" cy="1755600"/>
          </a:xfrm>
          <a:prstGeom prst="roundRect">
            <a:avLst>
              <a:gd name="adj" fmla="val 5556"/>
            </a:avLst>
          </a:prstGeom>
          <a:solidFill>
            <a:srgbClr val="F0F2F3"/>
          </a:solidFill>
          <a:ln w="16925" cap="flat" cmpd="sng">
            <a:solidFill>
              <a:srgbClr val="F0F2F3"/>
            </a:solidFill>
            <a:prstDash val="solid"/>
            <a:round/>
            <a:headEnd type="none" w="sm" len="sm"/>
            <a:tailEnd type="none" w="sm" len="sm"/>
          </a:ln>
          <a:effectLst>
            <a:outerShdw blurRad="84667" dist="33867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9"/>
          <p:cNvSpPr/>
          <p:nvPr/>
        </p:nvSpPr>
        <p:spPr>
          <a:xfrm>
            <a:off x="341376" y="2316480"/>
            <a:ext cx="26823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9"/>
          <p:cNvSpPr/>
          <p:nvPr/>
        </p:nvSpPr>
        <p:spPr>
          <a:xfrm>
            <a:off x="341376" y="2633472"/>
            <a:ext cx="26823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6F"/>
              </a:buClr>
              <a:buSzPts val="2900"/>
              <a:buFont typeface="Calibri"/>
              <a:buNone/>
            </a:pPr>
            <a:r>
              <a:rPr lang="en-US" sz="2100" b="1" i="0" u="none" strike="noStrike" cap="none">
                <a:solidFill>
                  <a:srgbClr val="003B6F"/>
                </a:solidFill>
                <a:latin typeface="Arial"/>
                <a:ea typeface="Arial"/>
                <a:cs typeface="Arial"/>
                <a:sym typeface="Arial"/>
              </a:rPr>
              <a:t>Qwen3 8B</a:t>
            </a:r>
            <a:endParaRPr sz="2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29"/>
          <p:cNvSpPr/>
          <p:nvPr/>
        </p:nvSpPr>
        <p:spPr>
          <a:xfrm>
            <a:off x="463296" y="3389376"/>
            <a:ext cx="24384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lang="en-US" sz="11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Frozen, locally served via Ollama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29"/>
          <p:cNvSpPr/>
          <p:nvPr/>
        </p:nvSpPr>
        <p:spPr>
          <a:xfrm>
            <a:off x="3243072" y="2218944"/>
            <a:ext cx="2682300" cy="1755600"/>
          </a:xfrm>
          <a:prstGeom prst="roundRect">
            <a:avLst>
              <a:gd name="adj" fmla="val 5556"/>
            </a:avLst>
          </a:prstGeom>
          <a:solidFill>
            <a:srgbClr val="F0F2F3"/>
          </a:solidFill>
          <a:ln w="16925" cap="flat" cmpd="sng">
            <a:solidFill>
              <a:srgbClr val="F0F2F3"/>
            </a:solidFill>
            <a:prstDash val="solid"/>
            <a:round/>
            <a:headEnd type="none" w="sm" len="sm"/>
            <a:tailEnd type="none" w="sm" len="sm"/>
          </a:ln>
          <a:effectLst>
            <a:outerShdw blurRad="84667" dist="33867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9"/>
          <p:cNvSpPr/>
          <p:nvPr/>
        </p:nvSpPr>
        <p:spPr>
          <a:xfrm>
            <a:off x="3201022" y="2292480"/>
            <a:ext cx="26823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GENERATION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9"/>
          <p:cNvSpPr/>
          <p:nvPr/>
        </p:nvSpPr>
        <p:spPr>
          <a:xfrm>
            <a:off x="3243072" y="2633472"/>
            <a:ext cx="26823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6F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003B6F"/>
                </a:solidFill>
                <a:latin typeface="Arial"/>
                <a:ea typeface="Arial"/>
                <a:cs typeface="Arial"/>
                <a:sym typeface="Arial"/>
              </a:rPr>
              <a:t>Temperature = 0.0</a:t>
            </a:r>
            <a:endParaRPr sz="2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9"/>
          <p:cNvSpPr/>
          <p:nvPr/>
        </p:nvSpPr>
        <p:spPr>
          <a:xfrm>
            <a:off x="3364992" y="3389376"/>
            <a:ext cx="24384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JSON output with fallback parser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9"/>
          <p:cNvSpPr/>
          <p:nvPr/>
        </p:nvSpPr>
        <p:spPr>
          <a:xfrm>
            <a:off x="6144768" y="2218944"/>
            <a:ext cx="2682300" cy="1755600"/>
          </a:xfrm>
          <a:prstGeom prst="roundRect">
            <a:avLst>
              <a:gd name="adj" fmla="val 5556"/>
            </a:avLst>
          </a:prstGeom>
          <a:solidFill>
            <a:srgbClr val="F0F2F3"/>
          </a:solidFill>
          <a:ln w="16925" cap="flat" cmpd="sng">
            <a:solidFill>
              <a:srgbClr val="F0F2F3"/>
            </a:solidFill>
            <a:prstDash val="solid"/>
            <a:round/>
            <a:headEnd type="none" w="sm" len="sm"/>
            <a:tailEnd type="none" w="sm" len="sm"/>
          </a:ln>
          <a:effectLst>
            <a:outerShdw blurRad="84667" dist="33867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9"/>
          <p:cNvSpPr/>
          <p:nvPr/>
        </p:nvSpPr>
        <p:spPr>
          <a:xfrm>
            <a:off x="6144768" y="2316480"/>
            <a:ext cx="26823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RETRIEVAL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9"/>
          <p:cNvSpPr/>
          <p:nvPr/>
        </p:nvSpPr>
        <p:spPr>
          <a:xfrm>
            <a:off x="6144768" y="2633472"/>
            <a:ext cx="26823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6F"/>
              </a:buClr>
              <a:buSzPts val="2900"/>
              <a:buFont typeface="Calibri"/>
              <a:buNone/>
            </a:pPr>
            <a:r>
              <a:rPr lang="en-US" sz="2100" b="1" i="0" u="none" strike="noStrike" cap="none">
                <a:solidFill>
                  <a:srgbClr val="003B6F"/>
                </a:solidFill>
                <a:latin typeface="Arial"/>
                <a:ea typeface="Arial"/>
                <a:cs typeface="Arial"/>
                <a:sym typeface="Arial"/>
              </a:rPr>
              <a:t>FAISS flat</a:t>
            </a:r>
            <a:endParaRPr sz="2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9"/>
          <p:cNvSpPr/>
          <p:nvPr/>
        </p:nvSpPr>
        <p:spPr>
          <a:xfrm>
            <a:off x="6266688" y="3389376"/>
            <a:ext cx="24384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Exact inner-product search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29"/>
          <p:cNvSpPr/>
          <p:nvPr/>
        </p:nvSpPr>
        <p:spPr>
          <a:xfrm>
            <a:off x="9046464" y="2218944"/>
            <a:ext cx="2682300" cy="1755600"/>
          </a:xfrm>
          <a:prstGeom prst="roundRect">
            <a:avLst>
              <a:gd name="adj" fmla="val 5556"/>
            </a:avLst>
          </a:prstGeom>
          <a:solidFill>
            <a:srgbClr val="F0F2F3"/>
          </a:solidFill>
          <a:ln w="16925" cap="flat" cmpd="sng">
            <a:solidFill>
              <a:srgbClr val="F0F2F3"/>
            </a:solidFill>
            <a:prstDash val="solid"/>
            <a:round/>
            <a:headEnd type="none" w="sm" len="sm"/>
            <a:tailEnd type="none" w="sm" len="sm"/>
          </a:ln>
          <a:effectLst>
            <a:outerShdw blurRad="84667" dist="33867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9"/>
          <p:cNvSpPr/>
          <p:nvPr/>
        </p:nvSpPr>
        <p:spPr>
          <a:xfrm>
            <a:off x="9046464" y="2316480"/>
            <a:ext cx="26823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888888"/>
                </a:solidFill>
                <a:ea typeface="Calibri"/>
                <a:sym typeface="Calibri"/>
              </a:rPr>
              <a:t>HARDWARE</a:t>
            </a:r>
            <a:endParaRPr sz="1200" b="0" i="0" u="none" strike="noStrike" cap="none">
              <a:solidFill>
                <a:schemeClr val="dk1"/>
              </a:solidFill>
              <a:ea typeface="Calibri"/>
              <a:sym typeface="Calibri"/>
            </a:endParaRPr>
          </a:p>
        </p:txBody>
      </p:sp>
      <p:sp>
        <p:nvSpPr>
          <p:cNvPr id="537" name="Google Shape;537;p29"/>
          <p:cNvSpPr/>
          <p:nvPr/>
        </p:nvSpPr>
        <p:spPr>
          <a:xfrm>
            <a:off x="9046464" y="2633472"/>
            <a:ext cx="26823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6F"/>
              </a:buClr>
              <a:buSzPts val="2900"/>
              <a:buFont typeface="Calibri"/>
              <a:buNone/>
            </a:pPr>
            <a:r>
              <a:rPr lang="en-US" sz="2100" b="1" i="0" u="none" strike="noStrike" cap="none">
                <a:solidFill>
                  <a:srgbClr val="003B6F"/>
                </a:solidFill>
                <a:latin typeface="Arial"/>
                <a:ea typeface="Arial"/>
                <a:cs typeface="Arial"/>
                <a:sym typeface="Arial"/>
              </a:rPr>
              <a:t>RTX 5060</a:t>
            </a:r>
            <a:endParaRPr sz="2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9"/>
          <p:cNvSpPr/>
          <p:nvPr/>
        </p:nvSpPr>
        <p:spPr>
          <a:xfrm>
            <a:off x="9168384" y="3389376"/>
            <a:ext cx="24384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8 GB VRAM, 32 GB RAM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29"/>
          <p:cNvSpPr/>
          <p:nvPr/>
        </p:nvSpPr>
        <p:spPr>
          <a:xfrm>
            <a:off x="341376" y="4194048"/>
            <a:ext cx="11509200" cy="463200"/>
          </a:xfrm>
          <a:prstGeom prst="roundRect">
            <a:avLst>
              <a:gd name="adj" fmla="val 10526"/>
            </a:avLst>
          </a:prstGeom>
          <a:solidFill>
            <a:srgbClr val="EEF6FF"/>
          </a:solidFill>
          <a:ln w="127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9"/>
          <p:cNvSpPr/>
          <p:nvPr/>
        </p:nvSpPr>
        <p:spPr>
          <a:xfrm>
            <a:off x="514990" y="4230958"/>
            <a:ext cx="21945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1B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0071BB"/>
                </a:solidFill>
                <a:latin typeface="Arial"/>
                <a:ea typeface="Arial"/>
                <a:cs typeface="Arial"/>
                <a:sym typeface="Arial"/>
              </a:rPr>
              <a:t>Tier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9"/>
          <p:cNvSpPr/>
          <p:nvPr/>
        </p:nvSpPr>
        <p:spPr>
          <a:xfrm>
            <a:off x="2804160" y="4255008"/>
            <a:ext cx="37797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1B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0071BB"/>
                </a:solidFill>
                <a:latin typeface="Arial"/>
                <a:ea typeface="Arial"/>
                <a:cs typeface="Arial"/>
                <a:sym typeface="Arial"/>
              </a:rPr>
              <a:t>Question tested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9"/>
          <p:cNvSpPr/>
          <p:nvPr/>
        </p:nvSpPr>
        <p:spPr>
          <a:xfrm>
            <a:off x="6644640" y="4255008"/>
            <a:ext cx="49989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1B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0071BB"/>
                </a:solidFill>
                <a:latin typeface="Arial"/>
                <a:ea typeface="Arial"/>
                <a:cs typeface="Arial"/>
                <a:sym typeface="Arial"/>
              </a:rPr>
              <a:t>Configurations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9"/>
          <p:cNvSpPr/>
          <p:nvPr/>
        </p:nvSpPr>
        <p:spPr>
          <a:xfrm>
            <a:off x="341376" y="4657344"/>
            <a:ext cx="11509200" cy="5121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9"/>
          <p:cNvSpPr/>
          <p:nvPr/>
        </p:nvSpPr>
        <p:spPr>
          <a:xfrm>
            <a:off x="548640" y="4718304"/>
            <a:ext cx="219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6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003B6F"/>
                </a:solidFill>
                <a:latin typeface="Arial"/>
                <a:ea typeface="Arial"/>
                <a:cs typeface="Arial"/>
                <a:sym typeface="Arial"/>
              </a:rPr>
              <a:t>No retrieval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9"/>
          <p:cNvSpPr/>
          <p:nvPr/>
        </p:nvSpPr>
        <p:spPr>
          <a:xfrm>
            <a:off x="2804160" y="4718304"/>
            <a:ext cx="3718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What happens without grounding examples?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9"/>
          <p:cNvSpPr/>
          <p:nvPr/>
        </p:nvSpPr>
        <p:spPr>
          <a:xfrm>
            <a:off x="6644640" y="4718304"/>
            <a:ext cx="5059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Zero-shot; random few-shot k=3; random few-shot k=5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29"/>
          <p:cNvSpPr/>
          <p:nvPr/>
        </p:nvSpPr>
        <p:spPr>
          <a:xfrm>
            <a:off x="341376" y="5193792"/>
            <a:ext cx="11509200" cy="512100"/>
          </a:xfrm>
          <a:prstGeom prst="rect">
            <a:avLst/>
          </a:prstGeom>
          <a:solidFill>
            <a:srgbClr val="EAF4F0"/>
          </a:solidFill>
          <a:ln w="127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29"/>
          <p:cNvSpPr/>
          <p:nvPr/>
        </p:nvSpPr>
        <p:spPr>
          <a:xfrm>
            <a:off x="548640" y="5254752"/>
            <a:ext cx="219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6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003B6F"/>
                </a:solidFill>
                <a:latin typeface="Arial"/>
                <a:ea typeface="Arial"/>
                <a:cs typeface="Arial"/>
                <a:sym typeface="Arial"/>
              </a:rPr>
              <a:t>RAG with SBERT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29"/>
          <p:cNvSpPr/>
          <p:nvPr/>
        </p:nvSpPr>
        <p:spPr>
          <a:xfrm>
            <a:off x="2804160" y="5254752"/>
            <a:ext cx="3718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Which retrieval strategy works best?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9"/>
          <p:cNvSpPr/>
          <p:nvPr/>
        </p:nvSpPr>
        <p:spPr>
          <a:xfrm>
            <a:off x="6644640" y="5254752"/>
            <a:ext cx="5059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KNN k=5; KNN k=2; Diversity/MMR; Prototype; HyDE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29"/>
          <p:cNvSpPr/>
          <p:nvPr/>
        </p:nvSpPr>
        <p:spPr>
          <a:xfrm>
            <a:off x="341376" y="5730240"/>
            <a:ext cx="11509200" cy="5121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9"/>
          <p:cNvSpPr/>
          <p:nvPr/>
        </p:nvSpPr>
        <p:spPr>
          <a:xfrm>
            <a:off x="548640" y="5791200"/>
            <a:ext cx="219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6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003B6F"/>
                </a:solidFill>
                <a:latin typeface="Arial"/>
                <a:ea typeface="Arial"/>
                <a:cs typeface="Arial"/>
                <a:sym typeface="Arial"/>
              </a:rPr>
              <a:t>Alternative encoders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29"/>
          <p:cNvSpPr/>
          <p:nvPr/>
        </p:nvSpPr>
        <p:spPr>
          <a:xfrm>
            <a:off x="2804160" y="5791200"/>
            <a:ext cx="3718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Does representation quality matter?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9"/>
          <p:cNvSpPr/>
          <p:nvPr/>
        </p:nvSpPr>
        <p:spPr>
          <a:xfrm>
            <a:off x="6644640" y="5791200"/>
            <a:ext cx="5059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BERT KNN k=5; RoBERTa KNN k=5; RoBERTa KNN k=2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5" name="Google Shape;555;p29" descr="Picture 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3346"/>
            <a:ext cx="12192000" cy="896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27150" y="6218029"/>
            <a:ext cx="4998900" cy="30499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04;p28">
            <a:extLst>
              <a:ext uri="{FF2B5EF4-FFF2-40B4-BE49-F238E27FC236}">
                <a16:creationId xmlns:a16="http://schemas.microsoft.com/office/drawing/2014/main" id="{D5EB4877-EEA3-B451-6E20-927F3D8A71E5}"/>
              </a:ext>
            </a:extLst>
          </p:cNvPr>
          <p:cNvSpPr/>
          <p:nvPr/>
        </p:nvSpPr>
        <p:spPr>
          <a:xfrm>
            <a:off x="0" y="6297225"/>
            <a:ext cx="12176700" cy="580500"/>
          </a:xfrm>
          <a:prstGeom prst="rect">
            <a:avLst/>
          </a:prstGeom>
          <a:solidFill>
            <a:srgbClr val="F2F5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505;p28">
            <a:extLst>
              <a:ext uri="{FF2B5EF4-FFF2-40B4-BE49-F238E27FC236}">
                <a16:creationId xmlns:a16="http://schemas.microsoft.com/office/drawing/2014/main" id="{1DF50E37-35D3-722E-1B96-412F52B978F8}"/>
              </a:ext>
            </a:extLst>
          </p:cNvPr>
          <p:cNvSpPr txBox="1"/>
          <p:nvPr/>
        </p:nvSpPr>
        <p:spPr>
          <a:xfrm>
            <a:off x="713232" y="6378308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GROUP 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506;p28">
            <a:extLst>
              <a:ext uri="{FF2B5EF4-FFF2-40B4-BE49-F238E27FC236}">
                <a16:creationId xmlns:a16="http://schemas.microsoft.com/office/drawing/2014/main" id="{0552C176-69FA-4A93-BB07-8813C8A82A07}"/>
              </a:ext>
            </a:extLst>
          </p:cNvPr>
          <p:cNvSpPr txBox="1"/>
          <p:nvPr/>
        </p:nvSpPr>
        <p:spPr>
          <a:xfrm>
            <a:off x="3154680" y="6419088"/>
            <a:ext cx="5029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Jobin Roy · Akshita Sakshi · Shifin Mohammed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507;p28">
            <a:extLst>
              <a:ext uri="{FF2B5EF4-FFF2-40B4-BE49-F238E27FC236}">
                <a16:creationId xmlns:a16="http://schemas.microsoft.com/office/drawing/2014/main" id="{D9F3D5B2-2A05-D7B9-85E8-6608249709FE}"/>
              </a:ext>
            </a:extLst>
          </p:cNvPr>
          <p:cNvSpPr txBox="1"/>
          <p:nvPr/>
        </p:nvSpPr>
        <p:spPr>
          <a:xfrm>
            <a:off x="9006840" y="6419088"/>
            <a:ext cx="1417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HCNLP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40415C9D-9432-4A63-B38A-0078BB567B12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-US" sz="12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15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8C40AF-CA30-5A02-4BEB-66C9155C8DEA}"/>
              </a:ext>
            </a:extLst>
          </p:cNvPr>
          <p:cNvSpPr txBox="1"/>
          <p:nvPr/>
        </p:nvSpPr>
        <p:spPr>
          <a:xfrm>
            <a:off x="10630829" y="-1"/>
            <a:ext cx="14496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11.05.2026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2" name="Google Shape;562;p30"/>
          <p:cNvCxnSpPr/>
          <p:nvPr/>
        </p:nvCxnSpPr>
        <p:spPr>
          <a:xfrm>
            <a:off x="11728704" y="121920"/>
            <a:ext cx="0" cy="756000"/>
          </a:xfrm>
          <a:prstGeom prst="straightConnector1">
            <a:avLst/>
          </a:prstGeom>
          <a:noFill/>
          <a:ln w="25400" cap="flat" cmpd="sng">
            <a:solidFill>
              <a:srgbClr val="0071B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63" name="Google Shape;563;p30"/>
          <p:cNvCxnSpPr/>
          <p:nvPr/>
        </p:nvCxnSpPr>
        <p:spPr>
          <a:xfrm>
            <a:off x="0" y="975360"/>
            <a:ext cx="12192000" cy="0"/>
          </a:xfrm>
          <a:prstGeom prst="straightConnector1">
            <a:avLst/>
          </a:prstGeom>
          <a:noFill/>
          <a:ln w="33875" cap="flat" cmpd="sng">
            <a:solidFill>
              <a:srgbClr val="0071B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64" name="Google Shape;564;p30"/>
          <p:cNvSpPr/>
          <p:nvPr/>
        </p:nvSpPr>
        <p:spPr>
          <a:xfrm>
            <a:off x="365760" y="1097280"/>
            <a:ext cx="11460300" cy="6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3500"/>
              <a:buFont typeface="Calibri"/>
              <a:buNone/>
            </a:pPr>
            <a:r>
              <a:rPr lang="en-US" sz="3500" b="1" i="0" u="none" strike="noStrike" cap="none">
                <a:solidFill>
                  <a:srgbClr val="2E75B5"/>
                </a:solidFill>
                <a:latin typeface="Arial"/>
                <a:ea typeface="Arial"/>
                <a:cs typeface="Arial"/>
                <a:sym typeface="Arial"/>
              </a:rPr>
              <a:t>Baselines and evaluation metrics</a:t>
            </a:r>
            <a:endParaRPr sz="3500" b="0" i="0" u="none" strike="noStrike" cap="none">
              <a:solidFill>
                <a:srgbClr val="2E75B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30"/>
          <p:cNvSpPr/>
          <p:nvPr/>
        </p:nvSpPr>
        <p:spPr>
          <a:xfrm>
            <a:off x="365760" y="1743456"/>
            <a:ext cx="114603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How configurations are compared and what is measured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30"/>
          <p:cNvSpPr/>
          <p:nvPr/>
        </p:nvSpPr>
        <p:spPr>
          <a:xfrm>
            <a:off x="341376" y="2218944"/>
            <a:ext cx="5486400" cy="4023300"/>
          </a:xfrm>
          <a:prstGeom prst="roundRect">
            <a:avLst>
              <a:gd name="adj" fmla="val 2424"/>
            </a:avLst>
          </a:prstGeom>
          <a:solidFill>
            <a:srgbClr val="F0F2F3"/>
          </a:solidFill>
          <a:ln w="16925" cap="flat" cmpd="sng">
            <a:solidFill>
              <a:srgbClr val="F0F2F3"/>
            </a:solidFill>
            <a:prstDash val="solid"/>
            <a:round/>
            <a:headEnd type="none" w="sm" len="sm"/>
            <a:tailEnd type="none" w="sm" len="sm"/>
          </a:ln>
          <a:effectLst>
            <a:outerShdw blurRad="84667" dist="33867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30"/>
          <p:cNvSpPr/>
          <p:nvPr/>
        </p:nvSpPr>
        <p:spPr>
          <a:xfrm>
            <a:off x="536448" y="2389632"/>
            <a:ext cx="4998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3B6F"/>
              </a:buClr>
              <a:buSzPts val="2000"/>
            </a:pPr>
            <a:r>
              <a:rPr lang="en-US" sz="2000" b="1" i="0" u="none" strike="noStrike" cap="none">
                <a:solidFill>
                  <a:srgbClr val="003B6F"/>
                </a:solidFill>
                <a:latin typeface="Arial"/>
                <a:ea typeface="Arial"/>
                <a:cs typeface="Arial"/>
                <a:sym typeface="Arial"/>
              </a:rPr>
              <a:t>Supervised baseline: </a:t>
            </a:r>
            <a:r>
              <a:rPr lang="en-US" sz="2000" b="1">
                <a:solidFill>
                  <a:srgbClr val="003B6F"/>
                </a:solidFill>
              </a:rPr>
              <a:t>Fine-tuned BERT</a:t>
            </a:r>
            <a:endParaRPr lang="en-US"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30"/>
          <p:cNvSpPr/>
          <p:nvPr/>
        </p:nvSpPr>
        <p:spPr>
          <a:xfrm>
            <a:off x="536448" y="2828544"/>
            <a:ext cx="49989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bert-base-uncased  ·  fine-tuned for classification only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30"/>
          <p:cNvSpPr/>
          <p:nvPr/>
        </p:nvSpPr>
        <p:spPr>
          <a:xfrm>
            <a:off x="438912" y="3230880"/>
            <a:ext cx="5242500" cy="512100"/>
          </a:xfrm>
          <a:prstGeom prst="rect">
            <a:avLst/>
          </a:prstGeom>
          <a:solidFill>
            <a:srgbClr val="E8ECF0"/>
          </a:solidFill>
          <a:ln w="169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30"/>
          <p:cNvSpPr/>
          <p:nvPr/>
        </p:nvSpPr>
        <p:spPr>
          <a:xfrm>
            <a:off x="536448" y="3267456"/>
            <a:ext cx="15849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1B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071BB"/>
                </a:solidFill>
                <a:latin typeface="Arial"/>
                <a:ea typeface="Arial"/>
                <a:cs typeface="Arial"/>
                <a:sym typeface="Arial"/>
              </a:rPr>
              <a:t>Training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30"/>
          <p:cNvSpPr/>
          <p:nvPr/>
        </p:nvSpPr>
        <p:spPr>
          <a:xfrm>
            <a:off x="2218944" y="3267456"/>
            <a:ext cx="34749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5 epochs, lr = 2e-5, batch 16, AdamW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30"/>
          <p:cNvSpPr/>
          <p:nvPr/>
        </p:nvSpPr>
        <p:spPr>
          <a:xfrm>
            <a:off x="536448" y="3828288"/>
            <a:ext cx="15849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1B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071BB"/>
                </a:solidFill>
                <a:latin typeface="Arial"/>
                <a:ea typeface="Arial"/>
                <a:cs typeface="Arial"/>
                <a:sym typeface="Arial"/>
              </a:rPr>
              <a:t>Train data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30"/>
          <p:cNvSpPr/>
          <p:nvPr/>
        </p:nvSpPr>
        <p:spPr>
          <a:xfrm>
            <a:off x="2218944" y="3828288"/>
            <a:ext cx="34749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1,647 real examples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30"/>
          <p:cNvSpPr/>
          <p:nvPr/>
        </p:nvSpPr>
        <p:spPr>
          <a:xfrm>
            <a:off x="438912" y="4352544"/>
            <a:ext cx="5242500" cy="512100"/>
          </a:xfrm>
          <a:prstGeom prst="rect">
            <a:avLst/>
          </a:prstGeom>
          <a:solidFill>
            <a:srgbClr val="E8ECF0"/>
          </a:solidFill>
          <a:ln w="169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30"/>
          <p:cNvSpPr/>
          <p:nvPr/>
        </p:nvSpPr>
        <p:spPr>
          <a:xfrm>
            <a:off x="536448" y="4389120"/>
            <a:ext cx="15849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1B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071BB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30"/>
          <p:cNvSpPr/>
          <p:nvPr/>
        </p:nvSpPr>
        <p:spPr>
          <a:xfrm>
            <a:off x="2218944" y="4389120"/>
            <a:ext cx="34749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Label only, no explanation, no rewrite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30"/>
          <p:cNvSpPr/>
          <p:nvPr/>
        </p:nvSpPr>
        <p:spPr>
          <a:xfrm>
            <a:off x="536448" y="4949952"/>
            <a:ext cx="15849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1B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071BB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30"/>
          <p:cNvSpPr/>
          <p:nvPr/>
        </p:nvSpPr>
        <p:spPr>
          <a:xfrm>
            <a:off x="2218944" y="4949952"/>
            <a:ext cx="34749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A2B3C"/>
              </a:buClr>
              <a:buSzPts val="1400"/>
              <a:buFont typeface="Calibri"/>
            </a:pPr>
            <a:r>
              <a:rPr lang="en-US">
                <a:solidFill>
                  <a:srgbClr val="1A2B3C"/>
                </a:solidFill>
              </a:rPr>
              <a:t>Baseline performance for our</a:t>
            </a:r>
            <a:r>
              <a:rPr lang="en-US" sz="1400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 RAG pipeline</a:t>
            </a:r>
            <a:endParaRPr lang="en-US"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4" name="Google Shape;584;p30"/>
          <p:cNvSpPr/>
          <p:nvPr/>
        </p:nvSpPr>
        <p:spPr>
          <a:xfrm>
            <a:off x="438912" y="5474208"/>
            <a:ext cx="5242500" cy="512100"/>
          </a:xfrm>
          <a:prstGeom prst="rect">
            <a:avLst/>
          </a:prstGeom>
          <a:solidFill>
            <a:srgbClr val="E8ECF0"/>
          </a:solidFill>
          <a:ln w="16925" cap="flat" cmpd="sng">
            <a:solidFill>
              <a:srgbClr val="E8EC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30"/>
          <p:cNvSpPr/>
          <p:nvPr/>
        </p:nvSpPr>
        <p:spPr>
          <a:xfrm>
            <a:off x="536448" y="5510784"/>
            <a:ext cx="15849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1B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071BB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30"/>
          <p:cNvSpPr/>
          <p:nvPr/>
        </p:nvSpPr>
        <p:spPr>
          <a:xfrm>
            <a:off x="2218944" y="5510784"/>
            <a:ext cx="34749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A2B3C"/>
                </a:solidFill>
                <a:latin typeface="Arial"/>
                <a:ea typeface="Arial"/>
                <a:cs typeface="Arial"/>
                <a:sym typeface="Arial"/>
              </a:rPr>
              <a:t>Macro F1 = 0.785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30"/>
          <p:cNvSpPr/>
          <p:nvPr/>
        </p:nvSpPr>
        <p:spPr>
          <a:xfrm>
            <a:off x="6156960" y="2218944"/>
            <a:ext cx="5669100" cy="90240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  <a:effectLst>
            <a:outerShdw blurRad="67733" dist="33867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30"/>
          <p:cNvSpPr/>
          <p:nvPr/>
        </p:nvSpPr>
        <p:spPr>
          <a:xfrm>
            <a:off x="6156960" y="2218944"/>
            <a:ext cx="85200" cy="902400"/>
          </a:xfrm>
          <a:prstGeom prst="rect">
            <a:avLst/>
          </a:prstGeom>
          <a:solidFill>
            <a:srgbClr val="003B6F"/>
          </a:solidFill>
          <a:ln w="16925" cap="flat" cmpd="sng">
            <a:solidFill>
              <a:srgbClr val="003B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0"/>
          <p:cNvSpPr/>
          <p:nvPr/>
        </p:nvSpPr>
        <p:spPr>
          <a:xfrm>
            <a:off x="6339840" y="2304288"/>
            <a:ext cx="5303700" cy="2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B6F"/>
              </a:buClr>
              <a:buSzPts val="1600"/>
              <a:buFont typeface="Calibri"/>
              <a:buNone/>
            </a:pPr>
            <a:r>
              <a:rPr lang="en-US" sz="1800" b="1" i="0" u="none" strike="noStrike" cap="none">
                <a:solidFill>
                  <a:srgbClr val="003B6F"/>
                </a:solidFill>
                <a:latin typeface="Arial"/>
                <a:ea typeface="Arial"/>
                <a:cs typeface="Arial"/>
                <a:sym typeface="Arial"/>
              </a:rPr>
              <a:t>Classification</a:t>
            </a:r>
            <a:endParaRPr lang="en-US"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0"/>
          <p:cNvSpPr/>
          <p:nvPr/>
        </p:nvSpPr>
        <p:spPr>
          <a:xfrm>
            <a:off x="6339850" y="2633475"/>
            <a:ext cx="5303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Macro-averaged F1, precision, recall  ·  Per-class F1 across all 8 dark-pattern categories  ·  Cohen's </a:t>
            </a:r>
            <a:r>
              <a:rPr lang="el-GR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κ (</a:t>
            </a: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chance-corrected agreement with gold labels)</a:t>
            </a:r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30"/>
          <p:cNvSpPr/>
          <p:nvPr/>
        </p:nvSpPr>
        <p:spPr>
          <a:xfrm>
            <a:off x="6156960" y="3218688"/>
            <a:ext cx="5669100" cy="90240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  <a:effectLst>
            <a:outerShdw blurRad="67733" dist="33867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30"/>
          <p:cNvSpPr/>
          <p:nvPr/>
        </p:nvSpPr>
        <p:spPr>
          <a:xfrm>
            <a:off x="6156960" y="3218688"/>
            <a:ext cx="85200" cy="902400"/>
          </a:xfrm>
          <a:prstGeom prst="rect">
            <a:avLst/>
          </a:prstGeom>
          <a:solidFill>
            <a:srgbClr val="0071BB"/>
          </a:solidFill>
          <a:ln w="16925" cap="flat" cmpd="sng">
            <a:solidFill>
              <a:srgbClr val="0071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30"/>
          <p:cNvSpPr/>
          <p:nvPr/>
        </p:nvSpPr>
        <p:spPr>
          <a:xfrm>
            <a:off x="6339840" y="3304032"/>
            <a:ext cx="5303700" cy="2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1BB"/>
              </a:buClr>
              <a:buSzPts val="1600"/>
              <a:buFont typeface="Calibri"/>
              <a:buNone/>
            </a:pPr>
            <a:r>
              <a:rPr lang="en-US" sz="1800" b="1" i="0" u="none" strike="noStrike" cap="none">
                <a:solidFill>
                  <a:srgbClr val="0071BB"/>
                </a:solidFill>
                <a:latin typeface="Arial"/>
                <a:ea typeface="Arial"/>
                <a:cs typeface="Arial"/>
                <a:sym typeface="Arial"/>
              </a:rPr>
              <a:t>Span grounding</a:t>
            </a:r>
            <a:endParaRPr lang="en-US"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0"/>
          <p:cNvSpPr/>
          <p:nvPr/>
        </p:nvSpPr>
        <p:spPr>
          <a:xfrm>
            <a:off x="6339840" y="3633216"/>
            <a:ext cx="53037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Exact-match rate of predicted evidence_span  ·  Case-insensitive exact match rate  ·  Mean span length in characters</a:t>
            </a:r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0"/>
          <p:cNvSpPr/>
          <p:nvPr/>
        </p:nvSpPr>
        <p:spPr>
          <a:xfrm>
            <a:off x="6156960" y="4218432"/>
            <a:ext cx="5669100" cy="90240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  <a:effectLst>
            <a:outerShdw blurRad="67733" dist="33867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30"/>
          <p:cNvSpPr/>
          <p:nvPr/>
        </p:nvSpPr>
        <p:spPr>
          <a:xfrm>
            <a:off x="6156960" y="4218432"/>
            <a:ext cx="85200" cy="902400"/>
          </a:xfrm>
          <a:prstGeom prst="rect">
            <a:avLst/>
          </a:prstGeom>
          <a:solidFill>
            <a:srgbClr val="93C47D"/>
          </a:solidFill>
          <a:ln w="1692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30"/>
          <p:cNvSpPr/>
          <p:nvPr/>
        </p:nvSpPr>
        <p:spPr>
          <a:xfrm>
            <a:off x="6339840" y="4303776"/>
            <a:ext cx="5303700" cy="2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600"/>
              <a:buFont typeface="Calibri"/>
              <a:buNone/>
            </a:pPr>
            <a:r>
              <a:rPr lang="en-US" sz="1800" b="1" i="0" u="none" strike="noStrike" cap="none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Confidence calibration</a:t>
            </a:r>
            <a:endParaRPr lang="en-US" sz="1800" b="0" i="0" u="none" strike="noStrike" cap="none">
              <a:solidFill>
                <a:srgbClr val="93C4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30"/>
          <p:cNvSpPr/>
          <p:nvPr/>
        </p:nvSpPr>
        <p:spPr>
          <a:xfrm>
            <a:off x="6339840" y="4632960"/>
            <a:ext cx="53037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Calibration gap = |mean confidence − accuracy|  ·  Smaller gap = model knows when it is uncertain  ·  Compared across all 11 configurations</a:t>
            </a:r>
            <a:endParaRPr lang="en-US"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30"/>
          <p:cNvSpPr/>
          <p:nvPr/>
        </p:nvSpPr>
        <p:spPr>
          <a:xfrm>
            <a:off x="6156960" y="5218176"/>
            <a:ext cx="5669100" cy="90240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  <a:effectLst>
            <a:outerShdw blurRad="67733" dist="33867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30"/>
          <p:cNvSpPr/>
          <p:nvPr/>
        </p:nvSpPr>
        <p:spPr>
          <a:xfrm>
            <a:off x="6156960" y="5218176"/>
            <a:ext cx="85200" cy="902400"/>
          </a:xfrm>
          <a:prstGeom prst="rect">
            <a:avLst/>
          </a:prstGeom>
          <a:solidFill>
            <a:srgbClr val="B4A7D6"/>
          </a:solidFill>
          <a:ln w="1692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30"/>
          <p:cNvSpPr/>
          <p:nvPr/>
        </p:nvSpPr>
        <p:spPr>
          <a:xfrm>
            <a:off x="6339840" y="5303520"/>
            <a:ext cx="5303700" cy="2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600"/>
              <a:buFont typeface="Calibri"/>
              <a:buNone/>
            </a:pPr>
            <a:r>
              <a:rPr lang="en-US" sz="1800" b="1" i="0" u="none" strike="noStrike" cap="none">
                <a:solidFill>
                  <a:srgbClr val="B4A7D6"/>
                </a:solidFill>
                <a:latin typeface="Arial"/>
                <a:ea typeface="Arial"/>
                <a:cs typeface="Arial"/>
                <a:sym typeface="Arial"/>
              </a:rPr>
              <a:t>Cross-lingual gap</a:t>
            </a:r>
            <a:endParaRPr lang="en-US" sz="1800" b="0" i="0" u="none" strike="noStrike" cap="none">
              <a:solidFill>
                <a:srgbClr val="B4A7D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0"/>
          <p:cNvSpPr/>
          <p:nvPr/>
        </p:nvSpPr>
        <p:spPr>
          <a:xfrm>
            <a:off x="6339840" y="5632704"/>
            <a:ext cx="53037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Absolute F1 drop from English to German test set  ·  Per-class transfer behavior inspected  ·  English-only vs multilingual encoder compared</a:t>
            </a:r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3" name="Google Shape;603;p30" descr="Picture 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3346"/>
            <a:ext cx="12192000" cy="896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3486" y="6089538"/>
            <a:ext cx="5401414" cy="32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04;p28">
            <a:extLst>
              <a:ext uri="{FF2B5EF4-FFF2-40B4-BE49-F238E27FC236}">
                <a16:creationId xmlns:a16="http://schemas.microsoft.com/office/drawing/2014/main" id="{9F749F0D-7D93-4EA5-714C-BD2CE6B78687}"/>
              </a:ext>
            </a:extLst>
          </p:cNvPr>
          <p:cNvSpPr/>
          <p:nvPr/>
        </p:nvSpPr>
        <p:spPr>
          <a:xfrm>
            <a:off x="0" y="6297225"/>
            <a:ext cx="12176700" cy="580500"/>
          </a:xfrm>
          <a:prstGeom prst="rect">
            <a:avLst/>
          </a:prstGeom>
          <a:solidFill>
            <a:srgbClr val="F2F5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505;p28">
            <a:extLst>
              <a:ext uri="{FF2B5EF4-FFF2-40B4-BE49-F238E27FC236}">
                <a16:creationId xmlns:a16="http://schemas.microsoft.com/office/drawing/2014/main" id="{5F9CB6D8-8DC6-42CC-31F3-78DCDCB1B1A5}"/>
              </a:ext>
            </a:extLst>
          </p:cNvPr>
          <p:cNvSpPr txBox="1"/>
          <p:nvPr/>
        </p:nvSpPr>
        <p:spPr>
          <a:xfrm>
            <a:off x="713232" y="6378308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GROUP 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506;p28">
            <a:extLst>
              <a:ext uri="{FF2B5EF4-FFF2-40B4-BE49-F238E27FC236}">
                <a16:creationId xmlns:a16="http://schemas.microsoft.com/office/drawing/2014/main" id="{BB5F39A2-5581-414F-1769-03B52EE03665}"/>
              </a:ext>
            </a:extLst>
          </p:cNvPr>
          <p:cNvSpPr txBox="1"/>
          <p:nvPr/>
        </p:nvSpPr>
        <p:spPr>
          <a:xfrm>
            <a:off x="3154680" y="6419088"/>
            <a:ext cx="5029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Jobin Roy · Akshita Sakshi · Shifin Mohammed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507;p28">
            <a:extLst>
              <a:ext uri="{FF2B5EF4-FFF2-40B4-BE49-F238E27FC236}">
                <a16:creationId xmlns:a16="http://schemas.microsoft.com/office/drawing/2014/main" id="{815AE39D-DA89-8367-1B41-9B5D0B2E2E62}"/>
              </a:ext>
            </a:extLst>
          </p:cNvPr>
          <p:cNvSpPr txBox="1"/>
          <p:nvPr/>
        </p:nvSpPr>
        <p:spPr>
          <a:xfrm>
            <a:off x="9006840" y="6419088"/>
            <a:ext cx="1417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HCNLP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73F3EC4F-A1F9-A723-9A57-FE824C41DB0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-US" sz="12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16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82832B-8644-F9DD-BC41-1F2DEFD7DF82}"/>
              </a:ext>
            </a:extLst>
          </p:cNvPr>
          <p:cNvSpPr txBox="1"/>
          <p:nvPr/>
        </p:nvSpPr>
        <p:spPr>
          <a:xfrm>
            <a:off x="10630829" y="-1"/>
            <a:ext cx="14496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11.05.2026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2" name="Google Shape;772;p35" descr="template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891540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35"/>
          <p:cNvSpPr/>
          <p:nvPr/>
        </p:nvSpPr>
        <p:spPr>
          <a:xfrm>
            <a:off x="0" y="6277356"/>
            <a:ext cx="12191695" cy="580644"/>
          </a:xfrm>
          <a:prstGeom prst="rect">
            <a:avLst/>
          </a:prstGeom>
          <a:solidFill>
            <a:srgbClr val="F2F5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35"/>
          <p:cNvSpPr txBox="1"/>
          <p:nvPr/>
        </p:nvSpPr>
        <p:spPr>
          <a:xfrm>
            <a:off x="713232" y="6428232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GROUP 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35"/>
          <p:cNvSpPr txBox="1"/>
          <p:nvPr/>
        </p:nvSpPr>
        <p:spPr>
          <a:xfrm>
            <a:off x="3154680" y="641908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Jobin Roy · Akshita Sakshi · Shifin Mohammed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35"/>
          <p:cNvSpPr txBox="1"/>
          <p:nvPr/>
        </p:nvSpPr>
        <p:spPr>
          <a:xfrm>
            <a:off x="9006840" y="641908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HCNLP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35"/>
          <p:cNvSpPr txBox="1"/>
          <p:nvPr/>
        </p:nvSpPr>
        <p:spPr>
          <a:xfrm>
            <a:off x="594360" y="1024128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0070C0"/>
                </a:solidFill>
                <a:ea typeface="Play"/>
                <a:sym typeface="Play"/>
              </a:rPr>
              <a:t>Main result: retrieval relevance drives performance</a:t>
            </a:r>
            <a:endParaRPr sz="1400" b="0" i="0" u="none" strike="noStrike" cap="none">
              <a:solidFill>
                <a:srgbClr val="0070C0"/>
              </a:solidFill>
              <a:sym typeface="Arial"/>
            </a:endParaRPr>
          </a:p>
        </p:txBody>
      </p:sp>
      <p:sp>
        <p:nvSpPr>
          <p:cNvPr id="779" name="Google Shape;779;p35"/>
          <p:cNvSpPr txBox="1"/>
          <p:nvPr/>
        </p:nvSpPr>
        <p:spPr>
          <a:xfrm>
            <a:off x="594360" y="1371600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The gain comes from picking relevant demonstrations, not from adding more examples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0" name="Google Shape;780;p35" descr="main_result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9808" y="1719072"/>
            <a:ext cx="6492240" cy="3433641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35"/>
          <p:cNvSpPr/>
          <p:nvPr/>
        </p:nvSpPr>
        <p:spPr>
          <a:xfrm>
            <a:off x="7635240" y="1874519"/>
            <a:ext cx="2743200" cy="1005840"/>
          </a:xfrm>
          <a:prstGeom prst="roundRect">
            <a:avLst>
              <a:gd name="adj" fmla="val 16667"/>
            </a:avLst>
          </a:prstGeom>
          <a:solidFill>
            <a:srgbClr val="ECF7F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35"/>
          <p:cNvSpPr txBox="1"/>
          <p:nvPr/>
        </p:nvSpPr>
        <p:spPr>
          <a:xfrm>
            <a:off x="7635240" y="1960828"/>
            <a:ext cx="27432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2E7D32"/>
                </a:solidFill>
                <a:ea typeface="Play"/>
                <a:sym typeface="Play"/>
              </a:rPr>
              <a:t>+0.435</a:t>
            </a:r>
            <a:endParaRPr sz="14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783" name="Google Shape;783;p35"/>
          <p:cNvSpPr txBox="1"/>
          <p:nvPr/>
        </p:nvSpPr>
        <p:spPr>
          <a:xfrm>
            <a:off x="7744968" y="2404871"/>
            <a:ext cx="252374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vs zero-shot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35"/>
          <p:cNvSpPr/>
          <p:nvPr/>
        </p:nvSpPr>
        <p:spPr>
          <a:xfrm>
            <a:off x="7635240" y="3017520"/>
            <a:ext cx="2743200" cy="1005840"/>
          </a:xfrm>
          <a:prstGeom prst="roundRect">
            <a:avLst>
              <a:gd name="adj" fmla="val 16667"/>
            </a:avLst>
          </a:prstGeom>
          <a:solidFill>
            <a:srgbClr val="ECF7F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35"/>
          <p:cNvSpPr txBox="1"/>
          <p:nvPr/>
        </p:nvSpPr>
        <p:spPr>
          <a:xfrm>
            <a:off x="7635240" y="3103829"/>
            <a:ext cx="27432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2E7D32"/>
                </a:solidFill>
                <a:ea typeface="Play"/>
                <a:sym typeface="Play"/>
              </a:rPr>
              <a:t>+0.341</a:t>
            </a:r>
            <a:endParaRPr sz="14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786" name="Google Shape;786;p35"/>
          <p:cNvSpPr txBox="1"/>
          <p:nvPr/>
        </p:nvSpPr>
        <p:spPr>
          <a:xfrm>
            <a:off x="7744968" y="3547872"/>
            <a:ext cx="252374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vs random few-shot k=5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35"/>
          <p:cNvSpPr/>
          <p:nvPr/>
        </p:nvSpPr>
        <p:spPr>
          <a:xfrm>
            <a:off x="7635240" y="4160520"/>
            <a:ext cx="2743200" cy="1005840"/>
          </a:xfrm>
          <a:prstGeom prst="roundRect">
            <a:avLst>
              <a:gd name="adj" fmla="val 16667"/>
            </a:avLst>
          </a:prstGeom>
          <a:solidFill>
            <a:srgbClr val="ECF7F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35"/>
          <p:cNvSpPr txBox="1"/>
          <p:nvPr/>
        </p:nvSpPr>
        <p:spPr>
          <a:xfrm>
            <a:off x="7635240" y="4246829"/>
            <a:ext cx="27432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2E7D32"/>
                </a:solidFill>
                <a:ea typeface="Play"/>
                <a:sym typeface="Play"/>
              </a:rPr>
              <a:t>+0.138</a:t>
            </a:r>
            <a:endParaRPr sz="14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789" name="Google Shape;789;p35"/>
          <p:cNvSpPr txBox="1"/>
          <p:nvPr/>
        </p:nvSpPr>
        <p:spPr>
          <a:xfrm>
            <a:off x="7744968" y="4690872"/>
            <a:ext cx="252374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vs BERT no-augmentation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35"/>
          <p:cNvSpPr txBox="1"/>
          <p:nvPr/>
        </p:nvSpPr>
        <p:spPr>
          <a:xfrm>
            <a:off x="868680" y="5486400"/>
            <a:ext cx="10149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1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Same context budget, very different results. What matters is which labelled examples you retrieve, not how many.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35"/>
          <p:cNvSpPr txBox="1"/>
          <p:nvPr/>
        </p:nvSpPr>
        <p:spPr>
          <a:xfrm>
            <a:off x="1134619" y="3871039"/>
            <a:ext cx="752400" cy="1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chemeClr val="dk1"/>
                </a:solidFill>
              </a:rPr>
              <a:t>(Prototype)</a:t>
            </a:r>
            <a:endParaRPr sz="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dk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6FBE8E-61FF-AC07-9753-43D02F8272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CF5D8B-8080-6AE3-7180-2E9BE641B4B4}"/>
              </a:ext>
            </a:extLst>
          </p:cNvPr>
          <p:cNvSpPr txBox="1"/>
          <p:nvPr/>
        </p:nvSpPr>
        <p:spPr>
          <a:xfrm>
            <a:off x="10630829" y="-1"/>
            <a:ext cx="14496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11.05.2026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6" name="Google Shape;796;p36" descr="template_head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891540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36"/>
          <p:cNvSpPr/>
          <p:nvPr/>
        </p:nvSpPr>
        <p:spPr>
          <a:xfrm>
            <a:off x="0" y="6277356"/>
            <a:ext cx="12191695" cy="580644"/>
          </a:xfrm>
          <a:prstGeom prst="rect">
            <a:avLst/>
          </a:prstGeom>
          <a:solidFill>
            <a:srgbClr val="F2F5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36"/>
          <p:cNvSpPr txBox="1"/>
          <p:nvPr/>
        </p:nvSpPr>
        <p:spPr>
          <a:xfrm>
            <a:off x="626364" y="6428232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GROUP 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36"/>
          <p:cNvSpPr txBox="1"/>
          <p:nvPr/>
        </p:nvSpPr>
        <p:spPr>
          <a:xfrm>
            <a:off x="3154680" y="641908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Jobin Roy · Akshita Sakshi · Shifin Mohammed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36"/>
          <p:cNvSpPr txBox="1"/>
          <p:nvPr/>
        </p:nvSpPr>
        <p:spPr>
          <a:xfrm>
            <a:off x="9006840" y="641908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HCNLP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36"/>
          <p:cNvSpPr txBox="1"/>
          <p:nvPr/>
        </p:nvSpPr>
        <p:spPr>
          <a:xfrm>
            <a:off x="594360" y="977646"/>
            <a:ext cx="10972800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0070C0"/>
                </a:solidFill>
                <a:ea typeface="Play"/>
                <a:sym typeface="Play"/>
              </a:rPr>
              <a:t>Per-class F1 on EC-DarkPattern v2</a:t>
            </a:r>
            <a:endParaRPr sz="1400" b="0" i="0" u="none" strike="noStrike" cap="none">
              <a:solidFill>
                <a:srgbClr val="0070C0"/>
              </a:solidFill>
              <a:sym typeface="Arial"/>
            </a:endParaRPr>
          </a:p>
        </p:txBody>
      </p:sp>
      <p:sp>
        <p:nvSpPr>
          <p:cNvPr id="803" name="Google Shape;803;p36"/>
          <p:cNvSpPr txBox="1"/>
          <p:nvPr/>
        </p:nvSpPr>
        <p:spPr>
          <a:xfrm>
            <a:off x="594360" y="1371600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Deployed English configuration: RAG SBERT KNN k=5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4" name="Google Shape;804;p36" descr="per_class_ecdp_chart_templat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9808" y="1828800"/>
            <a:ext cx="6858000" cy="3472405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36"/>
          <p:cNvSpPr/>
          <p:nvPr/>
        </p:nvSpPr>
        <p:spPr>
          <a:xfrm>
            <a:off x="7818120" y="1920240"/>
            <a:ext cx="2743200" cy="1097280"/>
          </a:xfrm>
          <a:prstGeom prst="roundRect">
            <a:avLst>
              <a:gd name="adj" fmla="val 16667"/>
            </a:avLst>
          </a:prstGeom>
          <a:solidFill>
            <a:srgbClr val="ECF7F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36"/>
          <p:cNvSpPr txBox="1"/>
          <p:nvPr/>
        </p:nvSpPr>
        <p:spPr>
          <a:xfrm>
            <a:off x="7818120" y="1960402"/>
            <a:ext cx="27432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2E7D32"/>
                </a:solidFill>
                <a:ea typeface="Play"/>
                <a:sym typeface="Play"/>
              </a:rPr>
              <a:t>0.923</a:t>
            </a:r>
            <a:endParaRPr sz="14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807" name="Google Shape;807;p36"/>
          <p:cNvSpPr txBox="1"/>
          <p:nvPr/>
        </p:nvSpPr>
        <p:spPr>
          <a:xfrm>
            <a:off x="7927848" y="2450592"/>
            <a:ext cx="252374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macro F1 on EC-DarkPattern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36"/>
          <p:cNvSpPr txBox="1"/>
          <p:nvPr/>
        </p:nvSpPr>
        <p:spPr>
          <a:xfrm>
            <a:off x="7909560" y="3246120"/>
            <a:ext cx="27432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Weakest class: Obstruction (0.70).</a:t>
            </a:r>
            <a:br>
              <a:rPr lang="en-US" sz="115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5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Signal-rich classes such as Scarcity and Urgency are near-perfect.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36"/>
          <p:cNvSpPr/>
          <p:nvPr/>
        </p:nvSpPr>
        <p:spPr>
          <a:xfrm>
            <a:off x="7818120" y="4325111"/>
            <a:ext cx="2743200" cy="976093"/>
          </a:xfrm>
          <a:prstGeom prst="roundRect">
            <a:avLst>
              <a:gd name="adj" fmla="val 16667"/>
            </a:avLst>
          </a:prstGeom>
          <a:solidFill>
            <a:srgbClr val="FAFCF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36"/>
          <p:cNvSpPr txBox="1"/>
          <p:nvPr/>
        </p:nvSpPr>
        <p:spPr>
          <a:xfrm>
            <a:off x="8001000" y="4315239"/>
            <a:ext cx="2377440" cy="938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Overall pattern:</a:t>
            </a:r>
            <a:b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 classes are well above 0.9. The remaining difficulty is concentrated in the structural categories like Obstruction.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48D21F-CED3-82B1-E1F4-7656101E05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425F27-269C-0244-8051-EE942E877464}"/>
              </a:ext>
            </a:extLst>
          </p:cNvPr>
          <p:cNvSpPr txBox="1"/>
          <p:nvPr/>
        </p:nvSpPr>
        <p:spPr>
          <a:xfrm>
            <a:off x="10630829" y="-1"/>
            <a:ext cx="14496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11.05.2026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5" name="Google Shape;815;p37" descr="template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891540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37"/>
          <p:cNvSpPr/>
          <p:nvPr/>
        </p:nvSpPr>
        <p:spPr>
          <a:xfrm>
            <a:off x="0" y="6277356"/>
            <a:ext cx="12191695" cy="580644"/>
          </a:xfrm>
          <a:prstGeom prst="rect">
            <a:avLst/>
          </a:prstGeom>
          <a:solidFill>
            <a:srgbClr val="F2F5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37"/>
          <p:cNvSpPr txBox="1"/>
          <p:nvPr/>
        </p:nvSpPr>
        <p:spPr>
          <a:xfrm>
            <a:off x="713232" y="6428232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GROUP 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37"/>
          <p:cNvSpPr txBox="1"/>
          <p:nvPr/>
        </p:nvSpPr>
        <p:spPr>
          <a:xfrm>
            <a:off x="3154680" y="641908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Jobin Roy · Akshita Sakshi · Shifin Mohammed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37"/>
          <p:cNvSpPr txBox="1"/>
          <p:nvPr/>
        </p:nvSpPr>
        <p:spPr>
          <a:xfrm>
            <a:off x="9006840" y="641908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HCNLP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37"/>
          <p:cNvSpPr txBox="1"/>
          <p:nvPr/>
        </p:nvSpPr>
        <p:spPr>
          <a:xfrm>
            <a:off x="594360" y="1024128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0070C0"/>
                </a:solidFill>
                <a:ea typeface="Play"/>
                <a:sym typeface="Play"/>
              </a:rPr>
              <a:t>Why RAG works</a:t>
            </a:r>
            <a:endParaRPr sz="1400" b="0" i="0" u="none" strike="noStrike" cap="none">
              <a:solidFill>
                <a:srgbClr val="0070C0"/>
              </a:solidFill>
              <a:sym typeface="Arial"/>
            </a:endParaRPr>
          </a:p>
        </p:txBody>
      </p:sp>
      <p:sp>
        <p:nvSpPr>
          <p:cNvPr id="822" name="Google Shape;822;p37"/>
          <p:cNvSpPr txBox="1"/>
          <p:nvPr/>
        </p:nvSpPr>
        <p:spPr>
          <a:xfrm>
            <a:off x="594360" y="1371600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Nearest labelled examples anchor the category; SBERT gives the best retrieval representation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3" name="Google Shape;823;p37" descr="why_ra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7240" y="1783080"/>
            <a:ext cx="7498079" cy="2773944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37"/>
          <p:cNvSpPr txBox="1"/>
          <p:nvPr/>
        </p:nvSpPr>
        <p:spPr>
          <a:xfrm>
            <a:off x="8412480" y="1901952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Finding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37"/>
          <p:cNvSpPr txBox="1"/>
          <p:nvPr/>
        </p:nvSpPr>
        <p:spPr>
          <a:xfrm>
            <a:off x="8412480" y="214884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KNN beats Diversity/MMR, Prototype, and HyDE because dark-pattern snippets often contain direct surface cues.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37"/>
          <p:cNvSpPr txBox="1"/>
          <p:nvPr/>
        </p:nvSpPr>
        <p:spPr>
          <a:xfrm>
            <a:off x="8412480" y="3429000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Finding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37"/>
          <p:cNvSpPr txBox="1"/>
          <p:nvPr/>
        </p:nvSpPr>
        <p:spPr>
          <a:xfrm>
            <a:off x="8412480" y="3675887"/>
            <a:ext cx="23317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SBERT mean-pooling beats larger CLS-pooled encoders. Representation quality matters more than raw model size for retrieval.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37"/>
          <p:cNvSpPr txBox="1"/>
          <p:nvPr/>
        </p:nvSpPr>
        <p:spPr>
          <a:xfrm>
            <a:off x="713230" y="4862325"/>
            <a:ext cx="1005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1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Takeaway: for this task, the right inductive bias is nearest examples plus sentence-level embeddings.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37"/>
          <p:cNvSpPr txBox="1"/>
          <p:nvPr/>
        </p:nvSpPr>
        <p:spPr>
          <a:xfrm>
            <a:off x="1987288" y="5379538"/>
            <a:ext cx="8095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chemeClr val="dk1"/>
                </a:solidFill>
              </a:rPr>
              <a:t>We choose RAG over BERT and fine-tuning as RAG is more flexible and meets the requirements such as to provide rationale and rewrites reliably. ​</a:t>
            </a:r>
            <a:endParaRPr sz="13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</a:endParaRPr>
          </a:p>
        </p:txBody>
      </p:sp>
      <p:pic>
        <p:nvPicPr>
          <p:cNvPr id="830" name="Google Shape;830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5847" y="5970781"/>
            <a:ext cx="5672884" cy="34607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2FAC7F-E895-5A2A-ECD2-68742E2A19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BEF185-3D89-C0C9-C6B7-1982CC9E2133}"/>
              </a:ext>
            </a:extLst>
          </p:cNvPr>
          <p:cNvSpPr txBox="1"/>
          <p:nvPr/>
        </p:nvSpPr>
        <p:spPr>
          <a:xfrm>
            <a:off x="10630829" y="-1"/>
            <a:ext cx="14496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11.05.2026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2" name="Google Shape;862;p39" descr="template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891540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39"/>
          <p:cNvSpPr/>
          <p:nvPr/>
        </p:nvSpPr>
        <p:spPr>
          <a:xfrm>
            <a:off x="0" y="6277356"/>
            <a:ext cx="12191695" cy="580644"/>
          </a:xfrm>
          <a:prstGeom prst="rect">
            <a:avLst/>
          </a:prstGeom>
          <a:solidFill>
            <a:srgbClr val="F2F5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39"/>
          <p:cNvSpPr txBox="1"/>
          <p:nvPr/>
        </p:nvSpPr>
        <p:spPr>
          <a:xfrm>
            <a:off x="713232" y="6428232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GROUP 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39"/>
          <p:cNvSpPr txBox="1"/>
          <p:nvPr/>
        </p:nvSpPr>
        <p:spPr>
          <a:xfrm>
            <a:off x="3154680" y="641908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Jobin Roy · Akshita Sakshi · Shifin Mohammed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39"/>
          <p:cNvSpPr txBox="1"/>
          <p:nvPr/>
        </p:nvSpPr>
        <p:spPr>
          <a:xfrm>
            <a:off x="9006840" y="641908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HCNLP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39"/>
          <p:cNvSpPr txBox="1"/>
          <p:nvPr/>
        </p:nvSpPr>
        <p:spPr>
          <a:xfrm>
            <a:off x="594360" y="1024128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0070C0"/>
                </a:solidFill>
                <a:ea typeface="Play"/>
                <a:sym typeface="Play"/>
              </a:rPr>
              <a:t>Cross-dataset transfer: Mathur et al. (2019)</a:t>
            </a:r>
            <a:endParaRPr sz="1400" b="0" i="0" u="none" strike="noStrike" cap="none">
              <a:solidFill>
                <a:srgbClr val="0070C0"/>
              </a:solidFill>
              <a:sym typeface="Arial"/>
            </a:endParaRPr>
          </a:p>
        </p:txBody>
      </p:sp>
      <p:sp>
        <p:nvSpPr>
          <p:cNvPr id="869" name="Google Shape;869;p39"/>
          <p:cNvSpPr txBox="1"/>
          <p:nvPr/>
        </p:nvSpPr>
        <p:spPr>
          <a:xfrm>
            <a:off x="594360" y="1371600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The deployed index transfers to a related English corpus without retraining or index updates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0" name="Google Shape;870;p39" descr="mathur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9808" y="1828800"/>
            <a:ext cx="6858000" cy="3461425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39"/>
          <p:cNvSpPr/>
          <p:nvPr/>
        </p:nvSpPr>
        <p:spPr>
          <a:xfrm>
            <a:off x="7818120" y="1920240"/>
            <a:ext cx="2743200" cy="1097280"/>
          </a:xfrm>
          <a:prstGeom prst="roundRect">
            <a:avLst>
              <a:gd name="adj" fmla="val 16667"/>
            </a:avLst>
          </a:prstGeom>
          <a:solidFill>
            <a:srgbClr val="ECF7F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39"/>
          <p:cNvSpPr txBox="1"/>
          <p:nvPr/>
        </p:nvSpPr>
        <p:spPr>
          <a:xfrm>
            <a:off x="7818120" y="2006549"/>
            <a:ext cx="27432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2E7D32"/>
                </a:solidFill>
                <a:ea typeface="Play"/>
                <a:sym typeface="Play"/>
              </a:rPr>
              <a:t>0.922</a:t>
            </a:r>
            <a:endParaRPr sz="14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873" name="Google Shape;873;p39"/>
          <p:cNvSpPr txBox="1"/>
          <p:nvPr/>
        </p:nvSpPr>
        <p:spPr>
          <a:xfrm>
            <a:off x="7927848" y="2450592"/>
            <a:ext cx="252374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macro F1 on Mathur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39"/>
          <p:cNvSpPr txBox="1"/>
          <p:nvPr/>
        </p:nvSpPr>
        <p:spPr>
          <a:xfrm>
            <a:off x="7909560" y="324612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6 of 7 shared categories are at or above 0.94.</a:t>
            </a:r>
            <a:br>
              <a:rPr lang="en-US" sz="115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5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Sneaking is the weak point because annotation conventions differ.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39"/>
          <p:cNvSpPr/>
          <p:nvPr/>
        </p:nvSpPr>
        <p:spPr>
          <a:xfrm>
            <a:off x="7818120" y="4160520"/>
            <a:ext cx="2743200" cy="594360"/>
          </a:xfrm>
          <a:prstGeom prst="roundRect">
            <a:avLst>
              <a:gd name="adj" fmla="val 16667"/>
            </a:avLst>
          </a:prstGeom>
          <a:solidFill>
            <a:srgbClr val="FAFCF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39"/>
          <p:cNvSpPr txBox="1"/>
          <p:nvPr/>
        </p:nvSpPr>
        <p:spPr>
          <a:xfrm>
            <a:off x="8001000" y="431596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Within-domain transfer:</a:t>
            </a:r>
            <a:br>
              <a:rPr lang="en-US" sz="11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both corpora are English e-commerce text.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7" name="Google Shape;877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35040" y="5959803"/>
            <a:ext cx="5852140" cy="357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89D4C1-22C8-6048-0DB8-480B9B85EF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76D264-E78E-044A-E177-2BA5D8049586}"/>
              </a:ext>
            </a:extLst>
          </p:cNvPr>
          <p:cNvSpPr txBox="1"/>
          <p:nvPr/>
        </p:nvSpPr>
        <p:spPr>
          <a:xfrm>
            <a:off x="10630829" y="-1"/>
            <a:ext cx="14496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11.05.2026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2" name="Google Shape;882;p40" descr="template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891540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40"/>
          <p:cNvSpPr/>
          <p:nvPr/>
        </p:nvSpPr>
        <p:spPr>
          <a:xfrm>
            <a:off x="0" y="6277356"/>
            <a:ext cx="12191695" cy="580644"/>
          </a:xfrm>
          <a:prstGeom prst="rect">
            <a:avLst/>
          </a:prstGeom>
          <a:solidFill>
            <a:srgbClr val="F2F5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40"/>
          <p:cNvSpPr txBox="1"/>
          <p:nvPr/>
        </p:nvSpPr>
        <p:spPr>
          <a:xfrm>
            <a:off x="713232" y="6428232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GROUP 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40"/>
          <p:cNvSpPr txBox="1"/>
          <p:nvPr/>
        </p:nvSpPr>
        <p:spPr>
          <a:xfrm>
            <a:off x="3154680" y="641908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Jobin Roy · Akshita Sakshi · Shifin Mohammed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40"/>
          <p:cNvSpPr txBox="1"/>
          <p:nvPr/>
        </p:nvSpPr>
        <p:spPr>
          <a:xfrm>
            <a:off x="9006840" y="641908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HCNLP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40"/>
          <p:cNvSpPr txBox="1"/>
          <p:nvPr/>
        </p:nvSpPr>
        <p:spPr>
          <a:xfrm>
            <a:off x="594360" y="1024128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0070C0"/>
                </a:solidFill>
                <a:ea typeface="Play"/>
                <a:sym typeface="Play"/>
              </a:rPr>
              <a:t>Cross-lingual evaluation: English training, German testing</a:t>
            </a:r>
            <a:endParaRPr sz="1400" b="0" i="0" u="none" strike="noStrike" cap="none">
              <a:solidFill>
                <a:srgbClr val="0070C0"/>
              </a:solidFill>
              <a:sym typeface="Arial"/>
            </a:endParaRPr>
          </a:p>
        </p:txBody>
      </p:sp>
      <p:sp>
        <p:nvSpPr>
          <p:cNvPr id="889" name="Google Shape;889;p40"/>
          <p:cNvSpPr txBox="1"/>
          <p:nvPr/>
        </p:nvSpPr>
        <p:spPr>
          <a:xfrm>
            <a:off x="594360" y="1371600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We compare zero-shot German, English-encoder retrieval, and multilingual retrieval on 71 majority-labelled examples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0" name="Google Shape;890;p40" descr="crosslingual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0" y="1874519"/>
            <a:ext cx="5166360" cy="2551769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40"/>
          <p:cNvSpPr/>
          <p:nvPr/>
        </p:nvSpPr>
        <p:spPr>
          <a:xfrm>
            <a:off x="822960" y="1965960"/>
            <a:ext cx="4251960" cy="640080"/>
          </a:xfrm>
          <a:prstGeom prst="roundRect">
            <a:avLst>
              <a:gd name="adj" fmla="val 16667"/>
            </a:avLst>
          </a:prstGeom>
          <a:solidFill>
            <a:srgbClr val="F9EFE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40"/>
          <p:cNvSpPr txBox="1"/>
          <p:nvPr/>
        </p:nvSpPr>
        <p:spPr>
          <a:xfrm>
            <a:off x="896112" y="1993392"/>
            <a:ext cx="4105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>
              <a:solidFill>
                <a:srgbClr val="B44C43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B44C43"/>
                </a:solidFill>
                <a:latin typeface="Arial"/>
                <a:ea typeface="Arial"/>
                <a:cs typeface="Arial"/>
                <a:sym typeface="Arial"/>
              </a:rPr>
              <a:t>Zero-shot German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40"/>
          <p:cNvSpPr txBox="1"/>
          <p:nvPr/>
        </p:nvSpPr>
        <p:spPr>
          <a:xfrm>
            <a:off x="1143000" y="267004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No retrieved examples. German signal phrases in the prompt only.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40"/>
          <p:cNvSpPr/>
          <p:nvPr/>
        </p:nvSpPr>
        <p:spPr>
          <a:xfrm>
            <a:off x="822960" y="3310128"/>
            <a:ext cx="4251960" cy="640080"/>
          </a:xfrm>
          <a:prstGeom prst="roundRect">
            <a:avLst>
              <a:gd name="adj" fmla="val 16667"/>
            </a:avLst>
          </a:prstGeom>
          <a:solidFill>
            <a:srgbClr val="EEF4F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40"/>
          <p:cNvSpPr txBox="1"/>
          <p:nvPr/>
        </p:nvSpPr>
        <p:spPr>
          <a:xfrm>
            <a:off x="896112" y="3337560"/>
            <a:ext cx="4105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>
              <a:solidFill>
                <a:srgbClr val="2F74A6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F74A6"/>
                </a:solidFill>
                <a:latin typeface="Arial"/>
                <a:ea typeface="Arial"/>
                <a:cs typeface="Arial"/>
                <a:sym typeface="Arial"/>
              </a:rPr>
              <a:t>English-encoder retrieval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40"/>
          <p:cNvSpPr txBox="1"/>
          <p:nvPr/>
        </p:nvSpPr>
        <p:spPr>
          <a:xfrm>
            <a:off x="1143000" y="4014215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German queries retrieve from the English FAISS index, but language mismatch remains.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40"/>
          <p:cNvSpPr/>
          <p:nvPr/>
        </p:nvSpPr>
        <p:spPr>
          <a:xfrm>
            <a:off x="822960" y="4681728"/>
            <a:ext cx="4251960" cy="640080"/>
          </a:xfrm>
          <a:prstGeom prst="roundRect">
            <a:avLst>
              <a:gd name="adj" fmla="val 16667"/>
            </a:avLst>
          </a:prstGeom>
          <a:solidFill>
            <a:srgbClr val="ECF7F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40"/>
          <p:cNvSpPr txBox="1"/>
          <p:nvPr/>
        </p:nvSpPr>
        <p:spPr>
          <a:xfrm>
            <a:off x="896112" y="4709160"/>
            <a:ext cx="4105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>
              <a:solidFill>
                <a:srgbClr val="2E7D32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Multilingual retrieval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40"/>
          <p:cNvSpPr txBox="1"/>
          <p:nvPr/>
        </p:nvSpPr>
        <p:spPr>
          <a:xfrm>
            <a:off x="1143000" y="5385816"/>
            <a:ext cx="3749039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German queries and English examples are mapped into a shared multilingual space.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0" name="Google Shape;900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20256" y="6004735"/>
            <a:ext cx="5248910" cy="32024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59BCF0-7DDF-F7C0-6D1E-41AD6DBD69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A29C27-B766-CD5E-07C9-74BDC1392E90}"/>
              </a:ext>
            </a:extLst>
          </p:cNvPr>
          <p:cNvSpPr txBox="1"/>
          <p:nvPr/>
        </p:nvSpPr>
        <p:spPr>
          <a:xfrm>
            <a:off x="10630829" y="-1"/>
            <a:ext cx="14496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11.05.2026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4" name="Google Shape;924;p42" descr="template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891540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42"/>
          <p:cNvSpPr/>
          <p:nvPr/>
        </p:nvSpPr>
        <p:spPr>
          <a:xfrm>
            <a:off x="0" y="6277356"/>
            <a:ext cx="12191695" cy="580644"/>
          </a:xfrm>
          <a:prstGeom prst="rect">
            <a:avLst/>
          </a:prstGeom>
          <a:solidFill>
            <a:srgbClr val="F2F5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42"/>
          <p:cNvSpPr txBox="1"/>
          <p:nvPr/>
        </p:nvSpPr>
        <p:spPr>
          <a:xfrm>
            <a:off x="713232" y="6428232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GROUP 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42"/>
          <p:cNvSpPr txBox="1"/>
          <p:nvPr/>
        </p:nvSpPr>
        <p:spPr>
          <a:xfrm>
            <a:off x="3154680" y="641908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Jobin Roy · Akshita Sakshi · Shifin Mohammed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42"/>
          <p:cNvSpPr txBox="1"/>
          <p:nvPr/>
        </p:nvSpPr>
        <p:spPr>
          <a:xfrm>
            <a:off x="9006840" y="641908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HCNLP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42"/>
          <p:cNvSpPr txBox="1"/>
          <p:nvPr/>
        </p:nvSpPr>
        <p:spPr>
          <a:xfrm>
            <a:off x="594360" y="1024128"/>
            <a:ext cx="10972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>
                <a:solidFill>
                  <a:srgbClr val="0070C0"/>
                </a:solidFill>
                <a:ea typeface="Play"/>
                <a:sym typeface="Play"/>
              </a:rPr>
              <a:t>E</a:t>
            </a:r>
            <a:r>
              <a:rPr lang="en-US" sz="2500" b="1" i="0" u="none" strike="noStrike" cap="none">
                <a:solidFill>
                  <a:srgbClr val="0070C0"/>
                </a:solidFill>
                <a:ea typeface="Play"/>
                <a:sym typeface="Play"/>
              </a:rPr>
              <a:t>valuation: explanations are strong, but agreement is weak</a:t>
            </a:r>
            <a:endParaRPr sz="1400" b="0" i="0" u="none" strike="noStrike" cap="none">
              <a:solidFill>
                <a:srgbClr val="0070C0"/>
              </a:solidFill>
              <a:sym typeface="Arial"/>
            </a:endParaRPr>
          </a:p>
        </p:txBody>
      </p:sp>
      <p:sp>
        <p:nvSpPr>
          <p:cNvPr id="931" name="Google Shape;931;p42"/>
          <p:cNvSpPr txBox="1"/>
          <p:nvPr/>
        </p:nvSpPr>
        <p:spPr>
          <a:xfrm>
            <a:off x="594360" y="1371600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High mean scores support usefulness, but weak agreement limits how strongly we can validate explanation quality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2" name="Google Shape;932;p42" descr="human_eval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7240" y="1828800"/>
            <a:ext cx="6949440" cy="3595812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42"/>
          <p:cNvSpPr/>
          <p:nvPr/>
        </p:nvSpPr>
        <p:spPr>
          <a:xfrm>
            <a:off x="8092440" y="1993392"/>
            <a:ext cx="2377440" cy="1024128"/>
          </a:xfrm>
          <a:prstGeom prst="roundRect">
            <a:avLst>
              <a:gd name="adj" fmla="val 16667"/>
            </a:avLst>
          </a:prstGeom>
          <a:solidFill>
            <a:srgbClr val="EEF4F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42"/>
          <p:cNvSpPr txBox="1"/>
          <p:nvPr/>
        </p:nvSpPr>
        <p:spPr>
          <a:xfrm>
            <a:off x="8092440" y="2079701"/>
            <a:ext cx="237744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3F63"/>
                </a:solidFill>
                <a:ea typeface="Play"/>
                <a:sym typeface="Play"/>
              </a:rPr>
              <a:t>17.29</a:t>
            </a:r>
            <a:endParaRPr sz="14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935" name="Google Shape;935;p42"/>
          <p:cNvSpPr txBox="1"/>
          <p:nvPr/>
        </p:nvSpPr>
        <p:spPr>
          <a:xfrm>
            <a:off x="8202168" y="2523744"/>
            <a:ext cx="215798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human composite / 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42"/>
          <p:cNvSpPr/>
          <p:nvPr/>
        </p:nvSpPr>
        <p:spPr>
          <a:xfrm>
            <a:off x="8092440" y="3218688"/>
            <a:ext cx="2377440" cy="1024128"/>
          </a:xfrm>
          <a:prstGeom prst="roundRect">
            <a:avLst>
              <a:gd name="adj" fmla="val 16667"/>
            </a:avLst>
          </a:prstGeom>
          <a:solidFill>
            <a:srgbClr val="FCF7E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42"/>
          <p:cNvSpPr txBox="1"/>
          <p:nvPr/>
        </p:nvSpPr>
        <p:spPr>
          <a:xfrm>
            <a:off x="8092440" y="3304997"/>
            <a:ext cx="237744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D68A2D"/>
                </a:solidFill>
                <a:ea typeface="Play"/>
                <a:sym typeface="Play"/>
              </a:rPr>
              <a:t>17.93</a:t>
            </a:r>
            <a:endParaRPr sz="14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938" name="Google Shape;938;p42"/>
          <p:cNvSpPr txBox="1"/>
          <p:nvPr/>
        </p:nvSpPr>
        <p:spPr>
          <a:xfrm>
            <a:off x="8202168" y="3749040"/>
            <a:ext cx="215798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Prometheus / 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42"/>
          <p:cNvSpPr txBox="1"/>
          <p:nvPr/>
        </p:nvSpPr>
        <p:spPr>
          <a:xfrm>
            <a:off x="8183879" y="4526280"/>
            <a:ext cx="2423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"/>
              <a:buFont typeface="Arial"/>
              <a:buNone/>
            </a:pPr>
            <a:r>
              <a:rPr lang="en-US" sz="112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Within-one agreement stays relatively high at 70.0–85.8%, but chance-corrected agreement is weak.</a:t>
            </a:r>
            <a:br>
              <a:rPr lang="en-US" sz="112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2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Frame as a feasibility signal, not gold-standard validation.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0" name="Google Shape;940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62410" y="5990340"/>
            <a:ext cx="4837500" cy="29514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73BEE8-84E3-B87A-1649-F9E0A1D088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A8A6EB-2CC3-B4F2-9BF4-9B62C9D80AE9}"/>
              </a:ext>
            </a:extLst>
          </p:cNvPr>
          <p:cNvSpPr txBox="1"/>
          <p:nvPr/>
        </p:nvSpPr>
        <p:spPr>
          <a:xfrm>
            <a:off x="10630829" y="-1"/>
            <a:ext cx="14496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11.05.2026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5" name="Google Shape;945;p43" descr="template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891540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43"/>
          <p:cNvSpPr/>
          <p:nvPr/>
        </p:nvSpPr>
        <p:spPr>
          <a:xfrm>
            <a:off x="0" y="6277356"/>
            <a:ext cx="12191695" cy="580644"/>
          </a:xfrm>
          <a:prstGeom prst="rect">
            <a:avLst/>
          </a:prstGeom>
          <a:solidFill>
            <a:srgbClr val="F2F5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43"/>
          <p:cNvSpPr txBox="1"/>
          <p:nvPr/>
        </p:nvSpPr>
        <p:spPr>
          <a:xfrm>
            <a:off x="713232" y="6428232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GROUP 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43"/>
          <p:cNvSpPr txBox="1"/>
          <p:nvPr/>
        </p:nvSpPr>
        <p:spPr>
          <a:xfrm>
            <a:off x="3154680" y="641908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Jobin Roy · Akshita Sakshi · Shifin Mohammed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43"/>
          <p:cNvSpPr txBox="1"/>
          <p:nvPr/>
        </p:nvSpPr>
        <p:spPr>
          <a:xfrm>
            <a:off x="9006840" y="641908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HCNLP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43"/>
          <p:cNvSpPr txBox="1"/>
          <p:nvPr/>
        </p:nvSpPr>
        <p:spPr>
          <a:xfrm>
            <a:off x="594360" y="1024128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0070C0"/>
                </a:solidFill>
                <a:ea typeface="Play"/>
                <a:sym typeface="Play"/>
              </a:rPr>
              <a:t>Limitations</a:t>
            </a:r>
            <a:endParaRPr sz="1400" b="0" i="0" u="none" strike="noStrike" cap="none">
              <a:solidFill>
                <a:srgbClr val="0070C0"/>
              </a:solidFill>
              <a:sym typeface="Arial"/>
            </a:endParaRPr>
          </a:p>
        </p:txBody>
      </p:sp>
      <p:sp>
        <p:nvSpPr>
          <p:cNvPr id="952" name="Google Shape;952;p43"/>
          <p:cNvSpPr txBox="1"/>
          <p:nvPr/>
        </p:nvSpPr>
        <p:spPr>
          <a:xfrm>
            <a:off x="594360" y="1371600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The claims are scaled to the evidence, not stretched beyond it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43"/>
          <p:cNvSpPr/>
          <p:nvPr/>
        </p:nvSpPr>
        <p:spPr>
          <a:xfrm>
            <a:off x="822960" y="1874519"/>
            <a:ext cx="10515600" cy="41148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43"/>
          <p:cNvSpPr txBox="1"/>
          <p:nvPr/>
        </p:nvSpPr>
        <p:spPr>
          <a:xfrm>
            <a:off x="1645920" y="1943434"/>
            <a:ext cx="301752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600" b="1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Limitation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43"/>
          <p:cNvSpPr txBox="1"/>
          <p:nvPr/>
        </p:nvSpPr>
        <p:spPr>
          <a:xfrm>
            <a:off x="7031736" y="1916001"/>
            <a:ext cx="329184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600" b="1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What it affects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43"/>
          <p:cNvSpPr/>
          <p:nvPr/>
        </p:nvSpPr>
        <p:spPr>
          <a:xfrm>
            <a:off x="822960" y="2313431"/>
            <a:ext cx="10515600" cy="48463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43"/>
          <p:cNvSpPr txBox="1"/>
          <p:nvPr/>
        </p:nvSpPr>
        <p:spPr>
          <a:xfrm>
            <a:off x="1645920" y="2449699"/>
            <a:ext cx="29718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Arial"/>
              <a:buNone/>
            </a:pPr>
            <a:r>
              <a:rPr lang="en-US" sz="1200" b="1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Synthetic examples in test set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43"/>
          <p:cNvSpPr txBox="1"/>
          <p:nvPr/>
        </p:nvSpPr>
        <p:spPr>
          <a:xfrm>
            <a:off x="7031736" y="2445126"/>
            <a:ext cx="324612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lang="en-US" sz="12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Rare-class F1 may be inflated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43"/>
          <p:cNvSpPr/>
          <p:nvPr/>
        </p:nvSpPr>
        <p:spPr>
          <a:xfrm>
            <a:off x="822960" y="2816351"/>
            <a:ext cx="10515600" cy="484632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43"/>
          <p:cNvSpPr txBox="1"/>
          <p:nvPr/>
        </p:nvSpPr>
        <p:spPr>
          <a:xfrm>
            <a:off x="1645920" y="2952619"/>
            <a:ext cx="29718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Arial"/>
              <a:buNone/>
            </a:pPr>
            <a:r>
              <a:rPr lang="en-US" sz="1200" b="1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German artifact completeness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43"/>
          <p:cNvSpPr txBox="1"/>
          <p:nvPr/>
        </p:nvSpPr>
        <p:spPr>
          <a:xfrm>
            <a:off x="7031736" y="2855713"/>
            <a:ext cx="32461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lang="en-US" sz="12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Cross-lingual reproducibility is weaker than English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43"/>
          <p:cNvSpPr/>
          <p:nvPr/>
        </p:nvSpPr>
        <p:spPr>
          <a:xfrm>
            <a:off x="822960" y="3319271"/>
            <a:ext cx="10515600" cy="48463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43"/>
          <p:cNvSpPr txBox="1"/>
          <p:nvPr/>
        </p:nvSpPr>
        <p:spPr>
          <a:xfrm>
            <a:off x="1645920" y="3455539"/>
            <a:ext cx="29718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Arial"/>
              <a:buNone/>
            </a:pPr>
            <a:r>
              <a:rPr lang="en-US" sz="1200" b="1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Confounded multilingual condition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43"/>
          <p:cNvSpPr txBox="1"/>
          <p:nvPr/>
        </p:nvSpPr>
        <p:spPr>
          <a:xfrm>
            <a:off x="7031736" y="3358633"/>
            <a:ext cx="32461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lang="en-US" sz="12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Cannot isolate encoder, threshold, and MMR effects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43"/>
          <p:cNvSpPr/>
          <p:nvPr/>
        </p:nvSpPr>
        <p:spPr>
          <a:xfrm>
            <a:off x="822960" y="3822191"/>
            <a:ext cx="10515600" cy="484632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43"/>
          <p:cNvSpPr txBox="1"/>
          <p:nvPr/>
        </p:nvSpPr>
        <p:spPr>
          <a:xfrm>
            <a:off x="1645920" y="3958459"/>
            <a:ext cx="29718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Arial"/>
              <a:buNone/>
            </a:pPr>
            <a:r>
              <a:rPr lang="en-US" sz="1200" b="1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Human evaluation scope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43"/>
          <p:cNvSpPr txBox="1"/>
          <p:nvPr/>
        </p:nvSpPr>
        <p:spPr>
          <a:xfrm>
            <a:off x="7031736" y="3953886"/>
            <a:ext cx="324612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lang="en-US" sz="12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Small sample and weak agreement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43"/>
          <p:cNvSpPr/>
          <p:nvPr/>
        </p:nvSpPr>
        <p:spPr>
          <a:xfrm>
            <a:off x="822960" y="4325111"/>
            <a:ext cx="10515600" cy="48463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43"/>
          <p:cNvSpPr txBox="1"/>
          <p:nvPr/>
        </p:nvSpPr>
        <p:spPr>
          <a:xfrm>
            <a:off x="1645920" y="4461386"/>
            <a:ext cx="29718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200" b="1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Detecting dark pattern scripts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43"/>
          <p:cNvSpPr txBox="1"/>
          <p:nvPr/>
        </p:nvSpPr>
        <p:spPr>
          <a:xfrm>
            <a:off x="7031799" y="4475087"/>
            <a:ext cx="32460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lang="en-US" sz="12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Dark patterns implemented in JavaScript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43"/>
          <p:cNvSpPr/>
          <p:nvPr/>
        </p:nvSpPr>
        <p:spPr>
          <a:xfrm>
            <a:off x="822960" y="4828031"/>
            <a:ext cx="10515600" cy="484632"/>
          </a:xfrm>
          <a:prstGeom prst="roundRect">
            <a:avLst>
              <a:gd name="adj" fmla="val 16667"/>
            </a:avLst>
          </a:prstGeom>
          <a:solidFill>
            <a:srgbClr val="F3F7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43"/>
          <p:cNvSpPr txBox="1"/>
          <p:nvPr/>
        </p:nvSpPr>
        <p:spPr>
          <a:xfrm>
            <a:off x="1645920" y="4964299"/>
            <a:ext cx="29718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Arial"/>
              <a:buNone/>
            </a:pPr>
            <a:r>
              <a:rPr lang="en-US" sz="1200" b="1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Single-label assumption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43"/>
          <p:cNvSpPr txBox="1"/>
          <p:nvPr/>
        </p:nvSpPr>
        <p:spPr>
          <a:xfrm>
            <a:off x="7031736" y="4959726"/>
            <a:ext cx="324612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lang="en-US" sz="12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Multi-pattern snippets are not handled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3CB470-5B34-272D-3CD3-AB92548428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D16113-3C8E-F7FF-4A5D-4F44386271C4}"/>
              </a:ext>
            </a:extLst>
          </p:cNvPr>
          <p:cNvSpPr txBox="1"/>
          <p:nvPr/>
        </p:nvSpPr>
        <p:spPr>
          <a:xfrm>
            <a:off x="10630829" y="-1"/>
            <a:ext cx="14496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11.05.2026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1" name="Google Shape;1001;p45" descr="template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891540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45"/>
          <p:cNvSpPr/>
          <p:nvPr/>
        </p:nvSpPr>
        <p:spPr>
          <a:xfrm>
            <a:off x="0" y="6277356"/>
            <a:ext cx="12191695" cy="580644"/>
          </a:xfrm>
          <a:prstGeom prst="rect">
            <a:avLst/>
          </a:prstGeom>
          <a:solidFill>
            <a:srgbClr val="F2F5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45"/>
          <p:cNvSpPr txBox="1"/>
          <p:nvPr/>
        </p:nvSpPr>
        <p:spPr>
          <a:xfrm>
            <a:off x="713232" y="6428232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GROUP 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45"/>
          <p:cNvSpPr txBox="1"/>
          <p:nvPr/>
        </p:nvSpPr>
        <p:spPr>
          <a:xfrm>
            <a:off x="3154680" y="641908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Jobin Roy · Akshita Sakshi · Shifin Mohammed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45"/>
          <p:cNvSpPr txBox="1"/>
          <p:nvPr/>
        </p:nvSpPr>
        <p:spPr>
          <a:xfrm>
            <a:off x="9006840" y="641908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HCNLP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45"/>
          <p:cNvSpPr txBox="1"/>
          <p:nvPr/>
        </p:nvSpPr>
        <p:spPr>
          <a:xfrm>
            <a:off x="594360" y="1000709"/>
            <a:ext cx="109728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800" b="1" i="0" u="none" strike="noStrike" cap="none">
                <a:solidFill>
                  <a:srgbClr val="003F63"/>
                </a:solidFill>
                <a:ea typeface="Play"/>
                <a:sym typeface="Play"/>
              </a:rPr>
              <a:t>Demo: from snippet to regulator-facing output</a:t>
            </a:r>
            <a:endParaRPr sz="16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1009" name="Google Shape;1009;p45"/>
          <p:cNvSpPr/>
          <p:nvPr/>
        </p:nvSpPr>
        <p:spPr>
          <a:xfrm>
            <a:off x="868680" y="2468880"/>
            <a:ext cx="2011800" cy="914400"/>
          </a:xfrm>
          <a:prstGeom prst="roundRect">
            <a:avLst>
              <a:gd name="adj" fmla="val 16667"/>
            </a:avLst>
          </a:prstGeom>
          <a:solidFill>
            <a:srgbClr val="F9EFE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45"/>
          <p:cNvSpPr txBox="1"/>
          <p:nvPr/>
        </p:nvSpPr>
        <p:spPr>
          <a:xfrm>
            <a:off x="978407" y="2638711"/>
            <a:ext cx="1792224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600" b="1" i="0" u="none" strike="noStrike" cap="none">
                <a:solidFill>
                  <a:srgbClr val="003F63"/>
                </a:solidFill>
                <a:ea typeface="Play"/>
                <a:sym typeface="Play"/>
              </a:rPr>
              <a:t>Text snippet</a:t>
            </a:r>
            <a:br>
              <a:rPr lang="en-US" sz="1600" b="1" i="0" u="none" strike="noStrike" cap="none">
                <a:solidFill>
                  <a:srgbClr val="003F63"/>
                </a:solidFill>
                <a:ea typeface="Play"/>
                <a:sym typeface="Play"/>
              </a:rPr>
            </a:br>
            <a:r>
              <a:rPr lang="en-US" sz="1600" b="1" i="0" u="none" strike="noStrike" cap="none">
                <a:solidFill>
                  <a:srgbClr val="003F63"/>
                </a:solidFill>
                <a:ea typeface="Play"/>
                <a:sym typeface="Play"/>
              </a:rPr>
              <a:t>or URL</a:t>
            </a:r>
            <a:endParaRPr sz="16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1011" name="Google Shape;1011;p45"/>
          <p:cNvSpPr/>
          <p:nvPr/>
        </p:nvSpPr>
        <p:spPr>
          <a:xfrm>
            <a:off x="3337560" y="2468880"/>
            <a:ext cx="2011680" cy="914400"/>
          </a:xfrm>
          <a:prstGeom prst="roundRect">
            <a:avLst>
              <a:gd name="adj" fmla="val 16667"/>
            </a:avLst>
          </a:prstGeom>
          <a:solidFill>
            <a:srgbClr val="EEF4F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45"/>
          <p:cNvSpPr txBox="1"/>
          <p:nvPr/>
        </p:nvSpPr>
        <p:spPr>
          <a:xfrm>
            <a:off x="3447288" y="2638711"/>
            <a:ext cx="1792224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600" b="1" i="0" u="none" strike="noStrike" cap="none">
                <a:solidFill>
                  <a:srgbClr val="003F63"/>
                </a:solidFill>
                <a:ea typeface="Play"/>
                <a:sym typeface="Play"/>
              </a:rPr>
              <a:t>RAG SBERT</a:t>
            </a:r>
            <a:br>
              <a:rPr lang="en-US" sz="1600" b="1" i="0" u="none" strike="noStrike" cap="none">
                <a:solidFill>
                  <a:srgbClr val="003F63"/>
                </a:solidFill>
                <a:ea typeface="Play"/>
                <a:sym typeface="Play"/>
              </a:rPr>
            </a:br>
            <a:r>
              <a:rPr lang="en-US" sz="1600" b="1" i="0" u="none" strike="noStrike" cap="none">
                <a:solidFill>
                  <a:srgbClr val="003F63"/>
                </a:solidFill>
                <a:ea typeface="Play"/>
                <a:sym typeface="Play"/>
              </a:rPr>
              <a:t>KNN k=5</a:t>
            </a:r>
            <a:endParaRPr sz="16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1013" name="Google Shape;1013;p45"/>
          <p:cNvSpPr/>
          <p:nvPr/>
        </p:nvSpPr>
        <p:spPr>
          <a:xfrm>
            <a:off x="5806440" y="2468880"/>
            <a:ext cx="2011680" cy="914400"/>
          </a:xfrm>
          <a:prstGeom prst="roundRect">
            <a:avLst>
              <a:gd name="adj" fmla="val 16667"/>
            </a:avLst>
          </a:prstGeom>
          <a:solidFill>
            <a:srgbClr val="ECF7F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45"/>
          <p:cNvSpPr txBox="1"/>
          <p:nvPr/>
        </p:nvSpPr>
        <p:spPr>
          <a:xfrm>
            <a:off x="5916168" y="2669489"/>
            <a:ext cx="179222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b="1" i="0" u="none" strike="noStrike" cap="none">
                <a:solidFill>
                  <a:srgbClr val="003F63"/>
                </a:solidFill>
                <a:ea typeface="Play"/>
                <a:sym typeface="Play"/>
              </a:rPr>
              <a:t>7-field JSON</a:t>
            </a:r>
            <a:br>
              <a:rPr lang="en-US" b="1" i="0" u="none" strike="noStrike" cap="none">
                <a:solidFill>
                  <a:srgbClr val="003F63"/>
                </a:solidFill>
                <a:ea typeface="Play"/>
                <a:sym typeface="Play"/>
              </a:rPr>
            </a:br>
            <a:r>
              <a:rPr lang="en-US" b="1" i="0" u="none" strike="noStrike" cap="none">
                <a:solidFill>
                  <a:srgbClr val="003F63"/>
                </a:solidFill>
                <a:ea typeface="Play"/>
                <a:sym typeface="Play"/>
              </a:rPr>
              <a:t>+ retrieved demos</a:t>
            </a:r>
            <a:endParaRPr sz="16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1015" name="Google Shape;1015;p45"/>
          <p:cNvSpPr/>
          <p:nvPr/>
        </p:nvSpPr>
        <p:spPr>
          <a:xfrm>
            <a:off x="8275320" y="2468880"/>
            <a:ext cx="2011680" cy="914400"/>
          </a:xfrm>
          <a:prstGeom prst="roundRect">
            <a:avLst>
              <a:gd name="adj" fmla="val 16667"/>
            </a:avLst>
          </a:prstGeom>
          <a:solidFill>
            <a:srgbClr val="FCF7E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45"/>
          <p:cNvSpPr txBox="1"/>
          <p:nvPr/>
        </p:nvSpPr>
        <p:spPr>
          <a:xfrm>
            <a:off x="8385048" y="2761821"/>
            <a:ext cx="179222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600" b="1" i="0" u="none" strike="noStrike" cap="none">
                <a:solidFill>
                  <a:srgbClr val="003F63"/>
                </a:solidFill>
                <a:ea typeface="Play"/>
                <a:sym typeface="Play"/>
              </a:rPr>
              <a:t>Streamlit UI</a:t>
            </a:r>
            <a:endParaRPr sz="16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1017" name="Google Shape;1017;p45"/>
          <p:cNvSpPr txBox="1"/>
          <p:nvPr/>
        </p:nvSpPr>
        <p:spPr>
          <a:xfrm>
            <a:off x="2743200" y="2637485"/>
            <a:ext cx="4572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800" b="1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45"/>
          <p:cNvSpPr txBox="1"/>
          <p:nvPr/>
        </p:nvSpPr>
        <p:spPr>
          <a:xfrm>
            <a:off x="5212080" y="2637485"/>
            <a:ext cx="4572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800" b="1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45"/>
          <p:cNvSpPr txBox="1"/>
          <p:nvPr/>
        </p:nvSpPr>
        <p:spPr>
          <a:xfrm>
            <a:off x="7680960" y="2637485"/>
            <a:ext cx="4572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800" b="1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45"/>
          <p:cNvSpPr txBox="1"/>
          <p:nvPr/>
        </p:nvSpPr>
        <p:spPr>
          <a:xfrm>
            <a:off x="3337560" y="3950208"/>
            <a:ext cx="5349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streamlit run demo/streamlit_app.py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45"/>
          <p:cNvSpPr/>
          <p:nvPr/>
        </p:nvSpPr>
        <p:spPr>
          <a:xfrm>
            <a:off x="1051560" y="4709160"/>
            <a:ext cx="9829800" cy="658368"/>
          </a:xfrm>
          <a:prstGeom prst="roundRect">
            <a:avLst>
              <a:gd name="adj" fmla="val 16667"/>
            </a:avLst>
          </a:prstGeom>
          <a:solidFill>
            <a:srgbClr val="FAFCF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45"/>
          <p:cNvSpPr txBox="1"/>
          <p:nvPr/>
        </p:nvSpPr>
        <p:spPr>
          <a:xfrm>
            <a:off x="1280160" y="4941439"/>
            <a:ext cx="932688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0"/>
              <a:buFont typeface="Arial"/>
              <a:buNone/>
            </a:pPr>
            <a:r>
              <a:rPr lang="en-US" sz="12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The UI highlights the evidence span, colour-codes the label, and shows a consumer-safe rewrite for review.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C64693-0A8F-63AE-648E-180CC24F7C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2B4D2A-5776-8F77-0B00-ECAAA4DF89AA}"/>
              </a:ext>
            </a:extLst>
          </p:cNvPr>
          <p:cNvSpPr txBox="1"/>
          <p:nvPr/>
        </p:nvSpPr>
        <p:spPr>
          <a:xfrm>
            <a:off x="10630829" y="-1"/>
            <a:ext cx="14496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11.05.2026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Google Shape;1027;p46" descr="template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8915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8" name="Google Shape;1028;p46"/>
          <p:cNvSpPr/>
          <p:nvPr/>
        </p:nvSpPr>
        <p:spPr>
          <a:xfrm>
            <a:off x="0" y="6277356"/>
            <a:ext cx="12191700" cy="580500"/>
          </a:xfrm>
          <a:prstGeom prst="rect">
            <a:avLst/>
          </a:prstGeom>
          <a:solidFill>
            <a:srgbClr val="F2F5F8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46"/>
          <p:cNvSpPr txBox="1"/>
          <p:nvPr/>
        </p:nvSpPr>
        <p:spPr>
          <a:xfrm>
            <a:off x="713232" y="6428232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GROUP 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46"/>
          <p:cNvSpPr txBox="1"/>
          <p:nvPr/>
        </p:nvSpPr>
        <p:spPr>
          <a:xfrm>
            <a:off x="3154680" y="6419088"/>
            <a:ext cx="5029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Jobin Roy · Akshita Sakshi · Shifin Mohammed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46"/>
          <p:cNvSpPr txBox="1"/>
          <p:nvPr/>
        </p:nvSpPr>
        <p:spPr>
          <a:xfrm>
            <a:off x="9006840" y="6419088"/>
            <a:ext cx="1417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HCNLP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46"/>
          <p:cNvSpPr txBox="1"/>
          <p:nvPr/>
        </p:nvSpPr>
        <p:spPr>
          <a:xfrm>
            <a:off x="594360" y="1024128"/>
            <a:ext cx="10972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>
                <a:solidFill>
                  <a:srgbClr val="003F63"/>
                </a:solidFill>
                <a:ea typeface="Play"/>
                <a:sym typeface="Play"/>
              </a:rPr>
              <a:t>References</a:t>
            </a:r>
            <a:endParaRPr sz="14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pic>
        <p:nvPicPr>
          <p:cNvPr id="1034" name="Google Shape;1034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350" y="1561428"/>
            <a:ext cx="6056486" cy="4563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5" name="Google Shape;1035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63093" y="1564365"/>
            <a:ext cx="5431364" cy="411633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DF2A1F-9B3B-F731-20FD-77EF2916B5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B883A9-B0D4-C420-F2A8-A878A0A57771}"/>
              </a:ext>
            </a:extLst>
          </p:cNvPr>
          <p:cNvSpPr txBox="1"/>
          <p:nvPr/>
        </p:nvSpPr>
        <p:spPr>
          <a:xfrm>
            <a:off x="10630829" y="-1"/>
            <a:ext cx="14496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11.05.2026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8" name="Google Shape;978;p44" descr="template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891540"/>
          </a:xfrm>
          <a:prstGeom prst="rect">
            <a:avLst/>
          </a:prstGeom>
          <a:noFill/>
          <a:ln>
            <a:noFill/>
          </a:ln>
        </p:spPr>
      </p:pic>
      <p:sp>
        <p:nvSpPr>
          <p:cNvPr id="979" name="Google Shape;979;p44"/>
          <p:cNvSpPr/>
          <p:nvPr/>
        </p:nvSpPr>
        <p:spPr>
          <a:xfrm>
            <a:off x="-15100" y="6220219"/>
            <a:ext cx="12191700" cy="580500"/>
          </a:xfrm>
          <a:prstGeom prst="rect">
            <a:avLst/>
          </a:prstGeom>
          <a:solidFill>
            <a:srgbClr val="F2F5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44"/>
          <p:cNvSpPr txBox="1"/>
          <p:nvPr/>
        </p:nvSpPr>
        <p:spPr>
          <a:xfrm>
            <a:off x="713232" y="6428232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GROUP 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44"/>
          <p:cNvSpPr txBox="1"/>
          <p:nvPr/>
        </p:nvSpPr>
        <p:spPr>
          <a:xfrm>
            <a:off x="3154680" y="641908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Jobin Roy · Akshita Sakshi · Shifin Mohammed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44"/>
          <p:cNvSpPr txBox="1"/>
          <p:nvPr/>
        </p:nvSpPr>
        <p:spPr>
          <a:xfrm>
            <a:off x="9006840" y="641908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HCNLP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44"/>
          <p:cNvSpPr txBox="1"/>
          <p:nvPr/>
        </p:nvSpPr>
        <p:spPr>
          <a:xfrm>
            <a:off x="594360" y="1024128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0070C0"/>
                </a:solidFill>
                <a:ea typeface="Play"/>
                <a:sym typeface="Play"/>
              </a:rPr>
              <a:t>Takeaways</a:t>
            </a:r>
            <a:endParaRPr sz="1400" b="0" i="0" u="none" strike="noStrike" cap="none">
              <a:solidFill>
                <a:srgbClr val="0070C0"/>
              </a:solidFill>
              <a:sym typeface="Arial"/>
            </a:endParaRPr>
          </a:p>
        </p:txBody>
      </p:sp>
      <p:sp>
        <p:nvSpPr>
          <p:cNvPr id="986" name="Google Shape;986;p44"/>
          <p:cNvSpPr/>
          <p:nvPr/>
        </p:nvSpPr>
        <p:spPr>
          <a:xfrm>
            <a:off x="868680" y="2057400"/>
            <a:ext cx="3246120" cy="2331720"/>
          </a:xfrm>
          <a:prstGeom prst="roundRect">
            <a:avLst>
              <a:gd name="adj" fmla="val 16667"/>
            </a:avLst>
          </a:prstGeom>
          <a:solidFill>
            <a:srgbClr val="EEF4F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44"/>
          <p:cNvSpPr txBox="1"/>
          <p:nvPr/>
        </p:nvSpPr>
        <p:spPr>
          <a:xfrm>
            <a:off x="1014984" y="2289232"/>
            <a:ext cx="29260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3F63"/>
                </a:solidFill>
                <a:ea typeface="Play"/>
                <a:sym typeface="Play"/>
              </a:rPr>
              <a:t>Explainable output</a:t>
            </a:r>
            <a:endParaRPr sz="14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988" name="Google Shape;988;p44"/>
          <p:cNvSpPr txBox="1"/>
          <p:nvPr/>
        </p:nvSpPr>
        <p:spPr>
          <a:xfrm>
            <a:off x="1010860" y="2856617"/>
            <a:ext cx="285292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"/>
              <a:buFont typeface="Arial"/>
              <a:buNone/>
            </a:pPr>
            <a:r>
              <a:rPr lang="en-US" sz="16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Label, confidence, evidence span, mechanism, harm, rationale, rewrite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44"/>
          <p:cNvSpPr/>
          <p:nvPr/>
        </p:nvSpPr>
        <p:spPr>
          <a:xfrm>
            <a:off x="4599432" y="2057400"/>
            <a:ext cx="3246120" cy="2331720"/>
          </a:xfrm>
          <a:prstGeom prst="roundRect">
            <a:avLst>
              <a:gd name="adj" fmla="val 16667"/>
            </a:avLst>
          </a:prstGeom>
          <a:solidFill>
            <a:srgbClr val="ECF7F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44"/>
          <p:cNvSpPr txBox="1"/>
          <p:nvPr/>
        </p:nvSpPr>
        <p:spPr>
          <a:xfrm>
            <a:off x="4745736" y="2289232"/>
            <a:ext cx="29260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3F63"/>
                </a:solidFill>
                <a:ea typeface="Play"/>
                <a:sym typeface="Play"/>
              </a:rPr>
              <a:t>Strong transfer</a:t>
            </a:r>
            <a:endParaRPr sz="14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991" name="Google Shape;991;p44"/>
          <p:cNvSpPr txBox="1"/>
          <p:nvPr/>
        </p:nvSpPr>
        <p:spPr>
          <a:xfrm>
            <a:off x="4764024" y="2867979"/>
            <a:ext cx="2852928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85750" indent="-285750">
              <a:buSzPts val="1220"/>
              <a:buChar char="•"/>
            </a:pPr>
            <a:r>
              <a:rPr lang="en-US" sz="16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0.923 on </a:t>
            </a:r>
            <a:r>
              <a:rPr lang="en-US" sz="1600">
                <a:solidFill>
                  <a:srgbClr val="444A52"/>
                </a:solidFill>
              </a:rPr>
              <a:t>EC-</a:t>
            </a:r>
            <a:r>
              <a:rPr lang="en-US" sz="1600" err="1">
                <a:solidFill>
                  <a:srgbClr val="444A52"/>
                </a:solidFill>
              </a:rPr>
              <a:t>DarkPattern</a:t>
            </a:r>
            <a:r>
              <a:rPr lang="en-US" sz="1600">
                <a:solidFill>
                  <a:srgbClr val="444A52"/>
                </a:solidFill>
              </a:rPr>
              <a:t> dataset</a:t>
            </a:r>
            <a:endParaRPr lang="en-US"/>
          </a:p>
          <a:p>
            <a:pPr marL="285750" indent="-285750">
              <a:buSzPts val="1220"/>
              <a:buChar char="•"/>
            </a:pPr>
            <a:r>
              <a:rPr lang="en-US" sz="16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0.922 on </a:t>
            </a:r>
            <a:r>
              <a:rPr lang="en-US" sz="1600">
                <a:solidFill>
                  <a:srgbClr val="444A52"/>
                </a:solidFill>
              </a:rPr>
              <a:t>Cross dataset</a:t>
            </a:r>
            <a:endParaRPr lang="en-US" sz="1600"/>
          </a:p>
          <a:p>
            <a:pPr marL="285750" indent="-285750">
              <a:buSzPts val="1220"/>
              <a:buChar char="•"/>
            </a:pPr>
            <a:r>
              <a:rPr lang="en-US" sz="16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0.832 on </a:t>
            </a:r>
            <a:r>
              <a:rPr lang="en-US" sz="1600">
                <a:solidFill>
                  <a:srgbClr val="444A52"/>
                </a:solidFill>
              </a:rPr>
              <a:t>German test data</a:t>
            </a:r>
            <a:endParaRPr sz="1600" b="0" i="0" u="none" strike="noStrike" cap="none" err="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2" name="Google Shape;992;p44"/>
          <p:cNvSpPr/>
          <p:nvPr/>
        </p:nvSpPr>
        <p:spPr>
          <a:xfrm>
            <a:off x="8330183" y="2057400"/>
            <a:ext cx="3246120" cy="2331720"/>
          </a:xfrm>
          <a:prstGeom prst="roundRect">
            <a:avLst>
              <a:gd name="adj" fmla="val 16667"/>
            </a:avLst>
          </a:prstGeom>
          <a:solidFill>
            <a:srgbClr val="FCF7E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44"/>
          <p:cNvSpPr txBox="1"/>
          <p:nvPr/>
        </p:nvSpPr>
        <p:spPr>
          <a:xfrm>
            <a:off x="8476487" y="2150733"/>
            <a:ext cx="292608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3F63"/>
                </a:solidFill>
                <a:ea typeface="Play"/>
                <a:sym typeface="Play"/>
              </a:rPr>
              <a:t>No task-specific fine-tuning</a:t>
            </a:r>
            <a:endParaRPr sz="14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994" name="Google Shape;994;p44"/>
          <p:cNvSpPr txBox="1"/>
          <p:nvPr/>
        </p:nvSpPr>
        <p:spPr>
          <a:xfrm>
            <a:off x="8494775" y="2944923"/>
            <a:ext cx="285292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"/>
              <a:buFont typeface="Arial"/>
              <a:buNone/>
            </a:pPr>
            <a:r>
              <a:rPr lang="en-US" sz="1800" b="0" i="0" u="none" strike="noStrike" cap="none">
                <a:solidFill>
                  <a:srgbClr val="444A52"/>
                </a:solidFill>
                <a:latin typeface="Arial"/>
                <a:ea typeface="Arial"/>
                <a:cs typeface="Arial"/>
                <a:sym typeface="Arial"/>
              </a:rPr>
              <a:t>Frozen Qwen3 8B plus dense retrieval gives a practical local system</a:t>
            </a:r>
            <a:endParaRPr lang="en-US"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17554C-3F67-6608-C0E9-56B0000981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142BE3-369A-E6AF-24D1-3C212142B736}"/>
              </a:ext>
            </a:extLst>
          </p:cNvPr>
          <p:cNvSpPr txBox="1"/>
          <p:nvPr/>
        </p:nvSpPr>
        <p:spPr>
          <a:xfrm>
            <a:off x="10630829" y="-1"/>
            <a:ext cx="14496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11.05.2026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0" name="Google Shape;1040;p47" descr="template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891540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47"/>
          <p:cNvSpPr/>
          <p:nvPr/>
        </p:nvSpPr>
        <p:spPr>
          <a:xfrm>
            <a:off x="0" y="6277356"/>
            <a:ext cx="12191695" cy="580644"/>
          </a:xfrm>
          <a:prstGeom prst="rect">
            <a:avLst/>
          </a:prstGeom>
          <a:solidFill>
            <a:srgbClr val="F2F5F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47"/>
          <p:cNvSpPr txBox="1"/>
          <p:nvPr/>
        </p:nvSpPr>
        <p:spPr>
          <a:xfrm>
            <a:off x="713232" y="6428232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GROUP 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47"/>
          <p:cNvSpPr txBox="1"/>
          <p:nvPr/>
        </p:nvSpPr>
        <p:spPr>
          <a:xfrm>
            <a:off x="3154680" y="6419088"/>
            <a:ext cx="5029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Jobin Roy · Akshita Sakshi · Shifin Mohammed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47"/>
          <p:cNvSpPr txBox="1"/>
          <p:nvPr/>
        </p:nvSpPr>
        <p:spPr>
          <a:xfrm>
            <a:off x="9006840" y="641908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HCNLP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47"/>
          <p:cNvSpPr txBox="1"/>
          <p:nvPr/>
        </p:nvSpPr>
        <p:spPr>
          <a:xfrm>
            <a:off x="594360" y="1932949"/>
            <a:ext cx="109728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rgbClr val="003F63"/>
                </a:solidFill>
                <a:ea typeface="Play"/>
                <a:sym typeface="Play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1047" name="Google Shape;1047;p47"/>
          <p:cNvSpPr txBox="1"/>
          <p:nvPr/>
        </p:nvSpPr>
        <p:spPr>
          <a:xfrm>
            <a:off x="594360" y="2581394"/>
            <a:ext cx="10972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444A52"/>
                </a:solidFill>
                <a:ea typeface="Play"/>
                <a:sym typeface="Play"/>
              </a:rPr>
              <a:t>Questions?</a:t>
            </a:r>
            <a:endParaRPr sz="1400" b="0" i="0" u="none" strike="noStrike" cap="none">
              <a:solidFill>
                <a:srgbClr val="000000"/>
              </a:solidFill>
              <a:sym typeface="Arial"/>
            </a:endParaRPr>
          </a:p>
        </p:txBody>
      </p:sp>
      <p:sp>
        <p:nvSpPr>
          <p:cNvPr id="1048" name="Google Shape;1048;p47"/>
          <p:cNvSpPr txBox="1"/>
          <p:nvPr/>
        </p:nvSpPr>
        <p:spPr>
          <a:xfrm>
            <a:off x="594360" y="3840480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003F63"/>
                </a:solidFill>
                <a:latin typeface="Arial"/>
                <a:ea typeface="Arial"/>
                <a:cs typeface="Arial"/>
                <a:sym typeface="Arial"/>
              </a:rPr>
              <a:t>Group 7: Jobin Roy · Akshita Sakshi · Shifin Mohammed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47"/>
          <p:cNvSpPr txBox="1"/>
          <p:nvPr/>
        </p:nvSpPr>
        <p:spPr>
          <a:xfrm>
            <a:off x="594360" y="4160520"/>
            <a:ext cx="109728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4707D"/>
                </a:solidFill>
                <a:latin typeface="Arial"/>
                <a:ea typeface="Arial"/>
                <a:cs typeface="Arial"/>
                <a:sym typeface="Arial"/>
              </a:rPr>
              <a:t>HCNLP 2026, Otto von Guericke University Magdeburg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AB17D2-C422-D1D9-C47A-8F3035C8E9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48A65D-FBA9-D30F-E4B9-E50B992AD8F1}"/>
              </a:ext>
            </a:extLst>
          </p:cNvPr>
          <p:cNvSpPr txBox="1"/>
          <p:nvPr/>
        </p:nvSpPr>
        <p:spPr>
          <a:xfrm>
            <a:off x="10630829" y="-1"/>
            <a:ext cx="14496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11.05.2026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27</Slides>
  <Notes>27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29" baseType="lpstr"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21</cp:revision>
  <dcterms:modified xsi:type="dcterms:W3CDTF">2026-05-11T13:23:19Z</dcterms:modified>
</cp:coreProperties>
</file>